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256" r:id="rId2"/>
    <p:sldId id="257" r:id="rId3"/>
    <p:sldId id="294" r:id="rId4"/>
    <p:sldId id="258" r:id="rId5"/>
    <p:sldId id="259" r:id="rId6"/>
    <p:sldId id="260" r:id="rId7"/>
    <p:sldId id="261" r:id="rId8"/>
    <p:sldId id="263" r:id="rId9"/>
    <p:sldId id="264" r:id="rId10"/>
    <p:sldId id="265" r:id="rId11"/>
    <p:sldId id="266" r:id="rId12"/>
    <p:sldId id="267" r:id="rId13"/>
    <p:sldId id="268" r:id="rId14"/>
    <p:sldId id="269" r:id="rId15"/>
    <p:sldId id="270" r:id="rId16"/>
    <p:sldId id="295" r:id="rId17"/>
    <p:sldId id="296" r:id="rId18"/>
    <p:sldId id="262" r:id="rId19"/>
    <p:sldId id="297" r:id="rId20"/>
    <p:sldId id="298" r:id="rId21"/>
    <p:sldId id="299" r:id="rId22"/>
    <p:sldId id="300" r:id="rId23"/>
    <p:sldId id="301" r:id="rId24"/>
    <p:sldId id="302" r:id="rId25"/>
    <p:sldId id="309" r:id="rId26"/>
    <p:sldId id="304" r:id="rId27"/>
    <p:sldId id="305" r:id="rId28"/>
    <p:sldId id="306" r:id="rId29"/>
    <p:sldId id="307" r:id="rId30"/>
    <p:sldId id="308" r:id="rId31"/>
    <p:sldId id="310" r:id="rId32"/>
    <p:sldId id="311" r:id="rId33"/>
    <p:sldId id="312" r:id="rId34"/>
    <p:sldId id="313" r:id="rId35"/>
    <p:sldId id="314" r:id="rId36"/>
    <p:sldId id="315" r:id="rId37"/>
    <p:sldId id="293" r:id="rId38"/>
  </p:sldIdLst>
  <p:sldSz cx="12192000" cy="6858000"/>
  <p:notesSz cx="6858000" cy="9144000"/>
  <p:embeddedFontLst>
    <p:embeddedFont>
      <p:font typeface="Avenir Next LT Pro" panose="020B0504020202020204" pitchFamily="34" charset="0"/>
      <p:regular r:id="rId40"/>
    </p:embeddedFont>
    <p:embeddedFont>
      <p:font typeface="Lato" panose="020F0502020204030203" pitchFamily="34" charset="0"/>
      <p:regular r:id="rId41"/>
      <p:bold r:id="rId42"/>
      <p:italic r:id="rId43"/>
      <p:boldItalic r:id="rId44"/>
    </p:embeddedFont>
    <p:embeddedFont>
      <p:font typeface="Raleway"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ehc7dXv1lpkrgjTsHLODW9w0q/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10D0DE-C047-4EB6-893F-46289DC7135C}" v="39" dt="2025-02-09T11:20:03.0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4" d="100"/>
          <a:sy n="104"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microsoft.com/office/2016/11/relationships/changesInfo" Target="changesInfos/changesInfo1.xml"/><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bab Akhter" userId="fdc8c297-54c2-42be-9968-184f4d0e9af5" providerId="ADAL" clId="{3510D0DE-C047-4EB6-893F-46289DC7135C}"/>
    <pc:docChg chg="undo custSel addSld delSld modSld sldOrd">
      <pc:chgData name="Shabab Akhter" userId="fdc8c297-54c2-42be-9968-184f4d0e9af5" providerId="ADAL" clId="{3510D0DE-C047-4EB6-893F-46289DC7135C}" dt="2025-02-09T11:20:03.016" v="3241" actId="1076"/>
      <pc:docMkLst>
        <pc:docMk/>
      </pc:docMkLst>
      <pc:sldChg chg="addSp modSp mod">
        <pc:chgData name="Shabab Akhter" userId="fdc8c297-54c2-42be-9968-184f4d0e9af5" providerId="ADAL" clId="{3510D0DE-C047-4EB6-893F-46289DC7135C}" dt="2025-02-09T10:15:28.168" v="1" actId="27636"/>
        <pc:sldMkLst>
          <pc:docMk/>
          <pc:sldMk cId="0" sldId="256"/>
        </pc:sldMkLst>
        <pc:spChg chg="add mod">
          <ac:chgData name="Shabab Akhter" userId="fdc8c297-54c2-42be-9968-184f4d0e9af5" providerId="ADAL" clId="{3510D0DE-C047-4EB6-893F-46289DC7135C}" dt="2025-02-09T10:15:28.137" v="0"/>
          <ac:spMkLst>
            <pc:docMk/>
            <pc:sldMk cId="0" sldId="256"/>
            <ac:spMk id="2" creationId="{54F89ABD-C738-341E-36A1-64C71900A963}"/>
          </ac:spMkLst>
        </pc:spChg>
        <pc:spChg chg="add mod">
          <ac:chgData name="Shabab Akhter" userId="fdc8c297-54c2-42be-9968-184f4d0e9af5" providerId="ADAL" clId="{3510D0DE-C047-4EB6-893F-46289DC7135C}" dt="2025-02-09T10:15:28.137" v="0"/>
          <ac:spMkLst>
            <pc:docMk/>
            <pc:sldMk cId="0" sldId="256"/>
            <ac:spMk id="3" creationId="{154D0834-365D-C857-A35D-B0A6388167B4}"/>
          </ac:spMkLst>
        </pc:spChg>
        <pc:spChg chg="mod">
          <ac:chgData name="Shabab Akhter" userId="fdc8c297-54c2-42be-9968-184f4d0e9af5" providerId="ADAL" clId="{3510D0DE-C047-4EB6-893F-46289DC7135C}" dt="2025-02-09T10:15:28.168" v="1" actId="27636"/>
          <ac:spMkLst>
            <pc:docMk/>
            <pc:sldMk cId="0" sldId="256"/>
            <ac:spMk id="103" creationId="{00000000-0000-0000-0000-000000000000}"/>
          </ac:spMkLst>
        </pc:spChg>
      </pc:sldChg>
      <pc:sldChg chg="addSp modSp mod">
        <pc:chgData name="Shabab Akhter" userId="fdc8c297-54c2-42be-9968-184f4d0e9af5" providerId="ADAL" clId="{3510D0DE-C047-4EB6-893F-46289DC7135C}" dt="2025-02-09T10:19:02.182" v="39" actId="20577"/>
        <pc:sldMkLst>
          <pc:docMk/>
          <pc:sldMk cId="0" sldId="257"/>
        </pc:sldMkLst>
        <pc:spChg chg="add mod">
          <ac:chgData name="Shabab Akhter" userId="fdc8c297-54c2-42be-9968-184f4d0e9af5" providerId="ADAL" clId="{3510D0DE-C047-4EB6-893F-46289DC7135C}" dt="2025-02-09T10:15:30.084" v="6"/>
          <ac:spMkLst>
            <pc:docMk/>
            <pc:sldMk cId="0" sldId="257"/>
            <ac:spMk id="2" creationId="{739AB283-24FE-E739-EC1F-76C82AAA460F}"/>
          </ac:spMkLst>
        </pc:spChg>
        <pc:spChg chg="add mod">
          <ac:chgData name="Shabab Akhter" userId="fdc8c297-54c2-42be-9968-184f4d0e9af5" providerId="ADAL" clId="{3510D0DE-C047-4EB6-893F-46289DC7135C}" dt="2025-02-09T10:15:30.084" v="6"/>
          <ac:spMkLst>
            <pc:docMk/>
            <pc:sldMk cId="0" sldId="257"/>
            <ac:spMk id="3" creationId="{52460C7F-7EDA-E6E8-9DA7-83F9C61BD915}"/>
          </ac:spMkLst>
        </pc:spChg>
        <pc:spChg chg="mod">
          <ac:chgData name="Shabab Akhter" userId="fdc8c297-54c2-42be-9968-184f4d0e9af5" providerId="ADAL" clId="{3510D0DE-C047-4EB6-893F-46289DC7135C}" dt="2025-02-09T10:19:02.182" v="39" actId="20577"/>
          <ac:spMkLst>
            <pc:docMk/>
            <pc:sldMk cId="0" sldId="257"/>
            <ac:spMk id="110" creationId="{00000000-0000-0000-0000-000000000000}"/>
          </ac:spMkLst>
        </pc:spChg>
      </pc:sldChg>
      <pc:sldChg chg="addSp modSp mod">
        <pc:chgData name="Shabab Akhter" userId="fdc8c297-54c2-42be-9968-184f4d0e9af5" providerId="ADAL" clId="{3510D0DE-C047-4EB6-893F-46289DC7135C}" dt="2025-02-09T10:20:21.459" v="77" actId="20577"/>
        <pc:sldMkLst>
          <pc:docMk/>
          <pc:sldMk cId="0" sldId="258"/>
        </pc:sldMkLst>
        <pc:spChg chg="add mod">
          <ac:chgData name="Shabab Akhter" userId="fdc8c297-54c2-42be-9968-184f4d0e9af5" providerId="ADAL" clId="{3510D0DE-C047-4EB6-893F-46289DC7135C}" dt="2025-02-09T10:20:13.058" v="62"/>
          <ac:spMkLst>
            <pc:docMk/>
            <pc:sldMk cId="0" sldId="258"/>
            <ac:spMk id="2" creationId="{88B19310-3482-179C-B887-D433C2EDFE47}"/>
          </ac:spMkLst>
        </pc:spChg>
        <pc:spChg chg="add mod">
          <ac:chgData name="Shabab Akhter" userId="fdc8c297-54c2-42be-9968-184f4d0e9af5" providerId="ADAL" clId="{3510D0DE-C047-4EB6-893F-46289DC7135C}" dt="2025-02-09T10:20:13.058" v="62"/>
          <ac:spMkLst>
            <pc:docMk/>
            <pc:sldMk cId="0" sldId="258"/>
            <ac:spMk id="3" creationId="{D87D1B83-014D-D7C7-33D2-F48BBF057B20}"/>
          </ac:spMkLst>
        </pc:spChg>
        <pc:spChg chg="mod">
          <ac:chgData name="Shabab Akhter" userId="fdc8c297-54c2-42be-9968-184f4d0e9af5" providerId="ADAL" clId="{3510D0DE-C047-4EB6-893F-46289DC7135C}" dt="2025-02-09T10:20:21.459" v="77" actId="20577"/>
          <ac:spMkLst>
            <pc:docMk/>
            <pc:sldMk cId="0" sldId="258"/>
            <ac:spMk id="116" creationId="{00000000-0000-0000-0000-000000000000}"/>
          </ac:spMkLst>
        </pc:spChg>
        <pc:spChg chg="mod">
          <ac:chgData name="Shabab Akhter" userId="fdc8c297-54c2-42be-9968-184f4d0e9af5" providerId="ADAL" clId="{3510D0DE-C047-4EB6-893F-46289DC7135C}" dt="2025-02-09T10:19:55.337" v="57" actId="14100"/>
          <ac:spMkLst>
            <pc:docMk/>
            <pc:sldMk cId="0" sldId="258"/>
            <ac:spMk id="117" creationId="{00000000-0000-0000-0000-000000000000}"/>
          </ac:spMkLst>
        </pc:spChg>
        <pc:spChg chg="mod">
          <ac:chgData name="Shabab Akhter" userId="fdc8c297-54c2-42be-9968-184f4d0e9af5" providerId="ADAL" clId="{3510D0DE-C047-4EB6-893F-46289DC7135C}" dt="2025-02-09T10:19:33.400" v="44" actId="404"/>
          <ac:spMkLst>
            <pc:docMk/>
            <pc:sldMk cId="0" sldId="258"/>
            <ac:spMk id="118" creationId="{00000000-0000-0000-0000-000000000000}"/>
          </ac:spMkLst>
        </pc:spChg>
        <pc:picChg chg="mod">
          <ac:chgData name="Shabab Akhter" userId="fdc8c297-54c2-42be-9968-184f4d0e9af5" providerId="ADAL" clId="{3510D0DE-C047-4EB6-893F-46289DC7135C}" dt="2025-02-09T10:19:36.689" v="45" actId="1076"/>
          <ac:picMkLst>
            <pc:docMk/>
            <pc:sldMk cId="0" sldId="258"/>
            <ac:picMk id="119" creationId="{00000000-0000-0000-0000-000000000000}"/>
          </ac:picMkLst>
        </pc:picChg>
        <pc:picChg chg="mod">
          <ac:chgData name="Shabab Akhter" userId="fdc8c297-54c2-42be-9968-184f4d0e9af5" providerId="ADAL" clId="{3510D0DE-C047-4EB6-893F-46289DC7135C}" dt="2025-02-09T10:19:39.060" v="46" actId="1076"/>
          <ac:picMkLst>
            <pc:docMk/>
            <pc:sldMk cId="0" sldId="258"/>
            <ac:picMk id="120" creationId="{00000000-0000-0000-0000-000000000000}"/>
          </ac:picMkLst>
        </pc:picChg>
        <pc:picChg chg="mod">
          <ac:chgData name="Shabab Akhter" userId="fdc8c297-54c2-42be-9968-184f4d0e9af5" providerId="ADAL" clId="{3510D0DE-C047-4EB6-893F-46289DC7135C}" dt="2025-02-09T10:19:41.220" v="47" actId="1076"/>
          <ac:picMkLst>
            <pc:docMk/>
            <pc:sldMk cId="0" sldId="258"/>
            <ac:picMk id="121" creationId="{00000000-0000-0000-0000-000000000000}"/>
          </ac:picMkLst>
        </pc:picChg>
        <pc:picChg chg="mod">
          <ac:chgData name="Shabab Akhter" userId="fdc8c297-54c2-42be-9968-184f4d0e9af5" providerId="ADAL" clId="{3510D0DE-C047-4EB6-893F-46289DC7135C}" dt="2025-02-09T10:19:45.333" v="48" actId="1076"/>
          <ac:picMkLst>
            <pc:docMk/>
            <pc:sldMk cId="0" sldId="258"/>
            <ac:picMk id="122" creationId="{00000000-0000-0000-0000-000000000000}"/>
          </ac:picMkLst>
        </pc:picChg>
        <pc:picChg chg="mod">
          <ac:chgData name="Shabab Akhter" userId="fdc8c297-54c2-42be-9968-184f4d0e9af5" providerId="ADAL" clId="{3510D0DE-C047-4EB6-893F-46289DC7135C}" dt="2025-02-09T10:20:00.487" v="59" actId="1076"/>
          <ac:picMkLst>
            <pc:docMk/>
            <pc:sldMk cId="0" sldId="258"/>
            <ac:picMk id="123" creationId="{00000000-0000-0000-0000-000000000000}"/>
          </ac:picMkLst>
        </pc:picChg>
      </pc:sldChg>
      <pc:sldChg chg="addSp modSp mod">
        <pc:chgData name="Shabab Akhter" userId="fdc8c297-54c2-42be-9968-184f4d0e9af5" providerId="ADAL" clId="{3510D0DE-C047-4EB6-893F-46289DC7135C}" dt="2025-02-09T10:20:41.008" v="86"/>
        <pc:sldMkLst>
          <pc:docMk/>
          <pc:sldMk cId="0" sldId="259"/>
        </pc:sldMkLst>
        <pc:spChg chg="add mod">
          <ac:chgData name="Shabab Akhter" userId="fdc8c297-54c2-42be-9968-184f4d0e9af5" providerId="ADAL" clId="{3510D0DE-C047-4EB6-893F-46289DC7135C}" dt="2025-02-09T10:20:41.008" v="86"/>
          <ac:spMkLst>
            <pc:docMk/>
            <pc:sldMk cId="0" sldId="259"/>
            <ac:spMk id="2" creationId="{D53191A3-789F-9856-961B-B469E0094825}"/>
          </ac:spMkLst>
        </pc:spChg>
        <pc:spChg chg="add mod">
          <ac:chgData name="Shabab Akhter" userId="fdc8c297-54c2-42be-9968-184f4d0e9af5" providerId="ADAL" clId="{3510D0DE-C047-4EB6-893F-46289DC7135C}" dt="2025-02-09T10:20:41.008" v="86"/>
          <ac:spMkLst>
            <pc:docMk/>
            <pc:sldMk cId="0" sldId="259"/>
            <ac:spMk id="3" creationId="{3DC56319-5A4E-A992-4597-E9F19769AC93}"/>
          </ac:spMkLst>
        </pc:spChg>
        <pc:spChg chg="mod">
          <ac:chgData name="Shabab Akhter" userId="fdc8c297-54c2-42be-9968-184f4d0e9af5" providerId="ADAL" clId="{3510D0DE-C047-4EB6-893F-46289DC7135C}" dt="2025-02-09T10:20:39.211" v="85" actId="1076"/>
          <ac:spMkLst>
            <pc:docMk/>
            <pc:sldMk cId="0" sldId="259"/>
            <ac:spMk id="130" creationId="{00000000-0000-0000-0000-000000000000}"/>
          </ac:spMkLst>
        </pc:spChg>
        <pc:picChg chg="mod">
          <ac:chgData name="Shabab Akhter" userId="fdc8c297-54c2-42be-9968-184f4d0e9af5" providerId="ADAL" clId="{3510D0DE-C047-4EB6-893F-46289DC7135C}" dt="2025-02-09T10:20:36.205" v="84" actId="1076"/>
          <ac:picMkLst>
            <pc:docMk/>
            <pc:sldMk cId="0" sldId="259"/>
            <ac:picMk id="131" creationId="{00000000-0000-0000-0000-000000000000}"/>
          </ac:picMkLst>
        </pc:picChg>
      </pc:sldChg>
      <pc:sldChg chg="addSp modSp mod">
        <pc:chgData name="Shabab Akhter" userId="fdc8c297-54c2-42be-9968-184f4d0e9af5" providerId="ADAL" clId="{3510D0DE-C047-4EB6-893F-46289DC7135C}" dt="2025-02-09T10:21:05.361" v="90"/>
        <pc:sldMkLst>
          <pc:docMk/>
          <pc:sldMk cId="0" sldId="260"/>
        </pc:sldMkLst>
        <pc:spChg chg="add mod">
          <ac:chgData name="Shabab Akhter" userId="fdc8c297-54c2-42be-9968-184f4d0e9af5" providerId="ADAL" clId="{3510D0DE-C047-4EB6-893F-46289DC7135C}" dt="2025-02-09T10:21:05.361" v="90"/>
          <ac:spMkLst>
            <pc:docMk/>
            <pc:sldMk cId="0" sldId="260"/>
            <ac:spMk id="2" creationId="{5272C49D-4F98-D59D-8303-64612CF48F96}"/>
          </ac:spMkLst>
        </pc:spChg>
        <pc:spChg chg="add mod">
          <ac:chgData name="Shabab Akhter" userId="fdc8c297-54c2-42be-9968-184f4d0e9af5" providerId="ADAL" clId="{3510D0DE-C047-4EB6-893F-46289DC7135C}" dt="2025-02-09T10:21:05.361" v="90"/>
          <ac:spMkLst>
            <pc:docMk/>
            <pc:sldMk cId="0" sldId="260"/>
            <ac:spMk id="3" creationId="{F05CBA92-7AAF-05B8-FA26-4160D9738B49}"/>
          </ac:spMkLst>
        </pc:spChg>
        <pc:spChg chg="mod">
          <ac:chgData name="Shabab Akhter" userId="fdc8c297-54c2-42be-9968-184f4d0e9af5" providerId="ADAL" clId="{3510D0DE-C047-4EB6-893F-46289DC7135C}" dt="2025-02-09T10:21:04.208" v="89" actId="1076"/>
          <ac:spMkLst>
            <pc:docMk/>
            <pc:sldMk cId="0" sldId="260"/>
            <ac:spMk id="139" creationId="{00000000-0000-0000-0000-000000000000}"/>
          </ac:spMkLst>
        </pc:spChg>
        <pc:spChg chg="mod">
          <ac:chgData name="Shabab Akhter" userId="fdc8c297-54c2-42be-9968-184f4d0e9af5" providerId="ADAL" clId="{3510D0DE-C047-4EB6-893F-46289DC7135C}" dt="2025-02-09T10:21:04.208" v="89" actId="1076"/>
          <ac:spMkLst>
            <pc:docMk/>
            <pc:sldMk cId="0" sldId="260"/>
            <ac:spMk id="140" creationId="{00000000-0000-0000-0000-000000000000}"/>
          </ac:spMkLst>
        </pc:spChg>
        <pc:spChg chg="mod">
          <ac:chgData name="Shabab Akhter" userId="fdc8c297-54c2-42be-9968-184f4d0e9af5" providerId="ADAL" clId="{3510D0DE-C047-4EB6-893F-46289DC7135C}" dt="2025-02-09T10:21:04.208" v="89" actId="1076"/>
          <ac:spMkLst>
            <pc:docMk/>
            <pc:sldMk cId="0" sldId="260"/>
            <ac:spMk id="141" creationId="{00000000-0000-0000-0000-000000000000}"/>
          </ac:spMkLst>
        </pc:spChg>
        <pc:spChg chg="mod">
          <ac:chgData name="Shabab Akhter" userId="fdc8c297-54c2-42be-9968-184f4d0e9af5" providerId="ADAL" clId="{3510D0DE-C047-4EB6-893F-46289DC7135C}" dt="2025-02-09T10:21:04.208" v="89" actId="1076"/>
          <ac:spMkLst>
            <pc:docMk/>
            <pc:sldMk cId="0" sldId="260"/>
            <ac:spMk id="142" creationId="{00000000-0000-0000-0000-000000000000}"/>
          </ac:spMkLst>
        </pc:spChg>
        <pc:spChg chg="mod">
          <ac:chgData name="Shabab Akhter" userId="fdc8c297-54c2-42be-9968-184f4d0e9af5" providerId="ADAL" clId="{3510D0DE-C047-4EB6-893F-46289DC7135C}" dt="2025-02-09T10:21:04.208" v="89" actId="1076"/>
          <ac:spMkLst>
            <pc:docMk/>
            <pc:sldMk cId="0" sldId="260"/>
            <ac:spMk id="143" creationId="{00000000-0000-0000-0000-000000000000}"/>
          </ac:spMkLst>
        </pc:spChg>
        <pc:spChg chg="mod">
          <ac:chgData name="Shabab Akhter" userId="fdc8c297-54c2-42be-9968-184f4d0e9af5" providerId="ADAL" clId="{3510D0DE-C047-4EB6-893F-46289DC7135C}" dt="2025-02-09T10:21:04.208" v="89" actId="1076"/>
          <ac:spMkLst>
            <pc:docMk/>
            <pc:sldMk cId="0" sldId="260"/>
            <ac:spMk id="144" creationId="{00000000-0000-0000-0000-000000000000}"/>
          </ac:spMkLst>
        </pc:spChg>
        <pc:spChg chg="mod">
          <ac:chgData name="Shabab Akhter" userId="fdc8c297-54c2-42be-9968-184f4d0e9af5" providerId="ADAL" clId="{3510D0DE-C047-4EB6-893F-46289DC7135C}" dt="2025-02-09T10:21:04.208" v="89" actId="1076"/>
          <ac:spMkLst>
            <pc:docMk/>
            <pc:sldMk cId="0" sldId="260"/>
            <ac:spMk id="145" creationId="{00000000-0000-0000-0000-000000000000}"/>
          </ac:spMkLst>
        </pc:spChg>
        <pc:spChg chg="mod">
          <ac:chgData name="Shabab Akhter" userId="fdc8c297-54c2-42be-9968-184f4d0e9af5" providerId="ADAL" clId="{3510D0DE-C047-4EB6-893F-46289DC7135C}" dt="2025-02-09T10:21:04.208" v="89" actId="1076"/>
          <ac:spMkLst>
            <pc:docMk/>
            <pc:sldMk cId="0" sldId="260"/>
            <ac:spMk id="146" creationId="{00000000-0000-0000-0000-000000000000}"/>
          </ac:spMkLst>
        </pc:spChg>
        <pc:spChg chg="mod">
          <ac:chgData name="Shabab Akhter" userId="fdc8c297-54c2-42be-9968-184f4d0e9af5" providerId="ADAL" clId="{3510D0DE-C047-4EB6-893F-46289DC7135C}" dt="2025-02-09T10:21:04.208" v="89" actId="1076"/>
          <ac:spMkLst>
            <pc:docMk/>
            <pc:sldMk cId="0" sldId="260"/>
            <ac:spMk id="147" creationId="{00000000-0000-0000-0000-000000000000}"/>
          </ac:spMkLst>
        </pc:spChg>
        <pc:picChg chg="mod">
          <ac:chgData name="Shabab Akhter" userId="fdc8c297-54c2-42be-9968-184f4d0e9af5" providerId="ADAL" clId="{3510D0DE-C047-4EB6-893F-46289DC7135C}" dt="2025-02-09T10:21:04.208" v="89" actId="1076"/>
          <ac:picMkLst>
            <pc:docMk/>
            <pc:sldMk cId="0" sldId="260"/>
            <ac:picMk id="137" creationId="{00000000-0000-0000-0000-000000000000}"/>
          </ac:picMkLst>
        </pc:picChg>
      </pc:sldChg>
      <pc:sldChg chg="addSp modSp">
        <pc:chgData name="Shabab Akhter" userId="fdc8c297-54c2-42be-9968-184f4d0e9af5" providerId="ADAL" clId="{3510D0DE-C047-4EB6-893F-46289DC7135C}" dt="2025-02-09T10:21:09.402" v="91"/>
        <pc:sldMkLst>
          <pc:docMk/>
          <pc:sldMk cId="0" sldId="261"/>
        </pc:sldMkLst>
        <pc:spChg chg="add mod">
          <ac:chgData name="Shabab Akhter" userId="fdc8c297-54c2-42be-9968-184f4d0e9af5" providerId="ADAL" clId="{3510D0DE-C047-4EB6-893F-46289DC7135C}" dt="2025-02-09T10:21:09.402" v="91"/>
          <ac:spMkLst>
            <pc:docMk/>
            <pc:sldMk cId="0" sldId="261"/>
            <ac:spMk id="2" creationId="{3A1E96B9-97FA-43A4-04A0-D9791F458E8E}"/>
          </ac:spMkLst>
        </pc:spChg>
        <pc:spChg chg="add mod">
          <ac:chgData name="Shabab Akhter" userId="fdc8c297-54c2-42be-9968-184f4d0e9af5" providerId="ADAL" clId="{3510D0DE-C047-4EB6-893F-46289DC7135C}" dt="2025-02-09T10:21:09.402" v="91"/>
          <ac:spMkLst>
            <pc:docMk/>
            <pc:sldMk cId="0" sldId="261"/>
            <ac:spMk id="3" creationId="{5DEFB30F-C1E3-DA4A-CF20-874D3A07F88A}"/>
          </ac:spMkLst>
        </pc:spChg>
      </pc:sldChg>
      <pc:sldChg chg="addSp modSp mod ord">
        <pc:chgData name="Shabab Akhter" userId="fdc8c297-54c2-42be-9968-184f4d0e9af5" providerId="ADAL" clId="{3510D0DE-C047-4EB6-893F-46289DC7135C}" dt="2025-02-09T10:22:34.015" v="126"/>
        <pc:sldMkLst>
          <pc:docMk/>
          <pc:sldMk cId="0" sldId="262"/>
        </pc:sldMkLst>
        <pc:spChg chg="add mod">
          <ac:chgData name="Shabab Akhter" userId="fdc8c297-54c2-42be-9968-184f4d0e9af5" providerId="ADAL" clId="{3510D0DE-C047-4EB6-893F-46289DC7135C}" dt="2025-02-09T10:22:15.996" v="124"/>
          <ac:spMkLst>
            <pc:docMk/>
            <pc:sldMk cId="0" sldId="262"/>
            <ac:spMk id="2" creationId="{702AD8C4-B3C6-5893-5A65-9871D5725602}"/>
          </ac:spMkLst>
        </pc:spChg>
        <pc:spChg chg="add mod">
          <ac:chgData name="Shabab Akhter" userId="fdc8c297-54c2-42be-9968-184f4d0e9af5" providerId="ADAL" clId="{3510D0DE-C047-4EB6-893F-46289DC7135C}" dt="2025-02-09T10:22:15.996" v="124"/>
          <ac:spMkLst>
            <pc:docMk/>
            <pc:sldMk cId="0" sldId="262"/>
            <ac:spMk id="3" creationId="{B6E04E68-1E28-3F0A-C3B2-7F00F89E15B9}"/>
          </ac:spMkLst>
        </pc:spChg>
        <pc:spChg chg="mod">
          <ac:chgData name="Shabab Akhter" userId="fdc8c297-54c2-42be-9968-184f4d0e9af5" providerId="ADAL" clId="{3510D0DE-C047-4EB6-893F-46289DC7135C}" dt="2025-02-09T10:22:08.428" v="121" actId="1076"/>
          <ac:spMkLst>
            <pc:docMk/>
            <pc:sldMk cId="0" sldId="262"/>
            <ac:spMk id="161" creationId="{00000000-0000-0000-0000-000000000000}"/>
          </ac:spMkLst>
        </pc:spChg>
        <pc:spChg chg="mod">
          <ac:chgData name="Shabab Akhter" userId="fdc8c297-54c2-42be-9968-184f4d0e9af5" providerId="ADAL" clId="{3510D0DE-C047-4EB6-893F-46289DC7135C}" dt="2025-02-09T10:22:14.771" v="123" actId="1076"/>
          <ac:spMkLst>
            <pc:docMk/>
            <pc:sldMk cId="0" sldId="262"/>
            <ac:spMk id="162" creationId="{00000000-0000-0000-0000-000000000000}"/>
          </ac:spMkLst>
        </pc:spChg>
        <pc:picChg chg="mod">
          <ac:chgData name="Shabab Akhter" userId="fdc8c297-54c2-42be-9968-184f4d0e9af5" providerId="ADAL" clId="{3510D0DE-C047-4EB6-893F-46289DC7135C}" dt="2025-02-09T10:22:08.428" v="121" actId="1076"/>
          <ac:picMkLst>
            <pc:docMk/>
            <pc:sldMk cId="0" sldId="262"/>
            <ac:picMk id="163" creationId="{00000000-0000-0000-0000-000000000000}"/>
          </ac:picMkLst>
        </pc:picChg>
        <pc:picChg chg="mod">
          <ac:chgData name="Shabab Akhter" userId="fdc8c297-54c2-42be-9968-184f4d0e9af5" providerId="ADAL" clId="{3510D0DE-C047-4EB6-893F-46289DC7135C}" dt="2025-02-09T10:22:08.428" v="121" actId="1076"/>
          <ac:picMkLst>
            <pc:docMk/>
            <pc:sldMk cId="0" sldId="262"/>
            <ac:picMk id="164" creationId="{00000000-0000-0000-0000-000000000000}"/>
          </ac:picMkLst>
        </pc:picChg>
        <pc:picChg chg="mod">
          <ac:chgData name="Shabab Akhter" userId="fdc8c297-54c2-42be-9968-184f4d0e9af5" providerId="ADAL" clId="{3510D0DE-C047-4EB6-893F-46289DC7135C}" dt="2025-02-09T10:22:08.428" v="121" actId="1076"/>
          <ac:picMkLst>
            <pc:docMk/>
            <pc:sldMk cId="0" sldId="262"/>
            <ac:picMk id="165" creationId="{00000000-0000-0000-0000-000000000000}"/>
          </ac:picMkLst>
        </pc:picChg>
        <pc:picChg chg="mod">
          <ac:chgData name="Shabab Akhter" userId="fdc8c297-54c2-42be-9968-184f4d0e9af5" providerId="ADAL" clId="{3510D0DE-C047-4EB6-893F-46289DC7135C}" dt="2025-02-09T10:22:10.397" v="122" actId="1076"/>
          <ac:picMkLst>
            <pc:docMk/>
            <pc:sldMk cId="0" sldId="262"/>
            <ac:picMk id="166" creationId="{00000000-0000-0000-0000-000000000000}"/>
          </ac:picMkLst>
        </pc:picChg>
      </pc:sldChg>
      <pc:sldChg chg="addSp modSp mod">
        <pc:chgData name="Shabab Akhter" userId="fdc8c297-54c2-42be-9968-184f4d0e9af5" providerId="ADAL" clId="{3510D0DE-C047-4EB6-893F-46289DC7135C}" dt="2025-02-09T10:23:06.627" v="136" actId="1076"/>
        <pc:sldMkLst>
          <pc:docMk/>
          <pc:sldMk cId="0" sldId="263"/>
        </pc:sldMkLst>
        <pc:spChg chg="add mod">
          <ac:chgData name="Shabab Akhter" userId="fdc8c297-54c2-42be-9968-184f4d0e9af5" providerId="ADAL" clId="{3510D0DE-C047-4EB6-893F-46289DC7135C}" dt="2025-02-09T10:23:04.426" v="135"/>
          <ac:spMkLst>
            <pc:docMk/>
            <pc:sldMk cId="0" sldId="263"/>
            <ac:spMk id="2" creationId="{23B4A564-255C-F261-5573-10C17F532F19}"/>
          </ac:spMkLst>
        </pc:spChg>
        <pc:spChg chg="add mod">
          <ac:chgData name="Shabab Akhter" userId="fdc8c297-54c2-42be-9968-184f4d0e9af5" providerId="ADAL" clId="{3510D0DE-C047-4EB6-893F-46289DC7135C}" dt="2025-02-09T10:23:04.426" v="135"/>
          <ac:spMkLst>
            <pc:docMk/>
            <pc:sldMk cId="0" sldId="263"/>
            <ac:spMk id="3" creationId="{8B8138C5-DEA9-423A-F6BC-61F250445A2F}"/>
          </ac:spMkLst>
        </pc:spChg>
        <pc:spChg chg="mod">
          <ac:chgData name="Shabab Akhter" userId="fdc8c297-54c2-42be-9968-184f4d0e9af5" providerId="ADAL" clId="{3510D0DE-C047-4EB6-893F-46289DC7135C}" dt="2025-02-09T10:23:06.627" v="136" actId="1076"/>
          <ac:spMkLst>
            <pc:docMk/>
            <pc:sldMk cId="0" sldId="263"/>
            <ac:spMk id="172" creationId="{00000000-0000-0000-0000-000000000000}"/>
          </ac:spMkLst>
        </pc:spChg>
        <pc:picChg chg="mod">
          <ac:chgData name="Shabab Akhter" userId="fdc8c297-54c2-42be-9968-184f4d0e9af5" providerId="ADAL" clId="{3510D0DE-C047-4EB6-893F-46289DC7135C}" dt="2025-02-09T10:23:06.627" v="136" actId="1076"/>
          <ac:picMkLst>
            <pc:docMk/>
            <pc:sldMk cId="0" sldId="263"/>
            <ac:picMk id="173" creationId="{00000000-0000-0000-0000-000000000000}"/>
          </ac:picMkLst>
        </pc:picChg>
      </pc:sldChg>
      <pc:sldChg chg="addSp delSp modSp mod">
        <pc:chgData name="Shabab Akhter" userId="fdc8c297-54c2-42be-9968-184f4d0e9af5" providerId="ADAL" clId="{3510D0DE-C047-4EB6-893F-46289DC7135C}" dt="2025-02-09T10:23:38.943" v="144" actId="113"/>
        <pc:sldMkLst>
          <pc:docMk/>
          <pc:sldMk cId="0" sldId="264"/>
        </pc:sldMkLst>
        <pc:spChg chg="add mod">
          <ac:chgData name="Shabab Akhter" userId="fdc8c297-54c2-42be-9968-184f4d0e9af5" providerId="ADAL" clId="{3510D0DE-C047-4EB6-893F-46289DC7135C}" dt="2025-02-09T10:23:15.096" v="137"/>
          <ac:spMkLst>
            <pc:docMk/>
            <pc:sldMk cId="0" sldId="264"/>
            <ac:spMk id="2" creationId="{1158611E-B9D3-E209-F5E8-FDFCE3E540C4}"/>
          </ac:spMkLst>
        </pc:spChg>
        <pc:spChg chg="add mod">
          <ac:chgData name="Shabab Akhter" userId="fdc8c297-54c2-42be-9968-184f4d0e9af5" providerId="ADAL" clId="{3510D0DE-C047-4EB6-893F-46289DC7135C}" dt="2025-02-09T10:23:15.096" v="137"/>
          <ac:spMkLst>
            <pc:docMk/>
            <pc:sldMk cId="0" sldId="264"/>
            <ac:spMk id="3" creationId="{14C27A9F-51C1-79E3-6B29-EAC6FAB2636B}"/>
          </ac:spMkLst>
        </pc:spChg>
        <pc:spChg chg="add del mod">
          <ac:chgData name="Shabab Akhter" userId="fdc8c297-54c2-42be-9968-184f4d0e9af5" providerId="ADAL" clId="{3510D0DE-C047-4EB6-893F-46289DC7135C}" dt="2025-02-09T10:23:33.130" v="141" actId="478"/>
          <ac:spMkLst>
            <pc:docMk/>
            <pc:sldMk cId="0" sldId="264"/>
            <ac:spMk id="5" creationId="{4E590327-4345-7F2F-E718-CEDD0F63760D}"/>
          </ac:spMkLst>
        </pc:spChg>
        <pc:spChg chg="add mod">
          <ac:chgData name="Shabab Akhter" userId="fdc8c297-54c2-42be-9968-184f4d0e9af5" providerId="ADAL" clId="{3510D0DE-C047-4EB6-893F-46289DC7135C}" dt="2025-02-09T10:23:31.107" v="140"/>
          <ac:spMkLst>
            <pc:docMk/>
            <pc:sldMk cId="0" sldId="264"/>
            <ac:spMk id="6" creationId="{6753FD31-536E-0B41-6111-C3694D8C1064}"/>
          </ac:spMkLst>
        </pc:spChg>
        <pc:spChg chg="add mod">
          <ac:chgData name="Shabab Akhter" userId="fdc8c297-54c2-42be-9968-184f4d0e9af5" providerId="ADAL" clId="{3510D0DE-C047-4EB6-893F-46289DC7135C}" dt="2025-02-09T10:23:38.943" v="144" actId="113"/>
          <ac:spMkLst>
            <pc:docMk/>
            <pc:sldMk cId="0" sldId="264"/>
            <ac:spMk id="7" creationId="{0E2CA445-D16C-DBA5-50EB-DCA182316603}"/>
          </ac:spMkLst>
        </pc:spChg>
        <pc:spChg chg="del">
          <ac:chgData name="Shabab Akhter" userId="fdc8c297-54c2-42be-9968-184f4d0e9af5" providerId="ADAL" clId="{3510D0DE-C047-4EB6-893F-46289DC7135C}" dt="2025-02-09T10:23:28.229" v="138" actId="478"/>
          <ac:spMkLst>
            <pc:docMk/>
            <pc:sldMk cId="0" sldId="264"/>
            <ac:spMk id="180" creationId="{00000000-0000-0000-0000-000000000000}"/>
          </ac:spMkLst>
        </pc:spChg>
      </pc:sldChg>
      <pc:sldChg chg="addSp delSp modSp mod">
        <pc:chgData name="Shabab Akhter" userId="fdc8c297-54c2-42be-9968-184f4d0e9af5" providerId="ADAL" clId="{3510D0DE-C047-4EB6-893F-46289DC7135C}" dt="2025-02-09T10:24:35.405" v="224" actId="1076"/>
        <pc:sldMkLst>
          <pc:docMk/>
          <pc:sldMk cId="0" sldId="265"/>
        </pc:sldMkLst>
        <pc:spChg chg="add mod">
          <ac:chgData name="Shabab Akhter" userId="fdc8c297-54c2-42be-9968-184f4d0e9af5" providerId="ADAL" clId="{3510D0DE-C047-4EB6-893F-46289DC7135C}" dt="2025-02-09T10:24:30.476" v="223"/>
          <ac:spMkLst>
            <pc:docMk/>
            <pc:sldMk cId="0" sldId="265"/>
            <ac:spMk id="2" creationId="{887357ED-9C30-BE99-42FC-57216D789AED}"/>
          </ac:spMkLst>
        </pc:spChg>
        <pc:spChg chg="add mod">
          <ac:chgData name="Shabab Akhter" userId="fdc8c297-54c2-42be-9968-184f4d0e9af5" providerId="ADAL" clId="{3510D0DE-C047-4EB6-893F-46289DC7135C}" dt="2025-02-09T10:24:30.476" v="223"/>
          <ac:spMkLst>
            <pc:docMk/>
            <pc:sldMk cId="0" sldId="265"/>
            <ac:spMk id="3" creationId="{4D999C88-2E44-B14F-D941-28207306D527}"/>
          </ac:spMkLst>
        </pc:spChg>
        <pc:spChg chg="mod">
          <ac:chgData name="Shabab Akhter" userId="fdc8c297-54c2-42be-9968-184f4d0e9af5" providerId="ADAL" clId="{3510D0DE-C047-4EB6-893F-46289DC7135C}" dt="2025-02-09T10:24:13.633" v="217" actId="20577"/>
          <ac:spMkLst>
            <pc:docMk/>
            <pc:sldMk cId="0" sldId="265"/>
            <ac:spMk id="185" creationId="{00000000-0000-0000-0000-000000000000}"/>
          </ac:spMkLst>
        </pc:spChg>
        <pc:spChg chg="mod">
          <ac:chgData name="Shabab Akhter" userId="fdc8c297-54c2-42be-9968-184f4d0e9af5" providerId="ADAL" clId="{3510D0DE-C047-4EB6-893F-46289DC7135C}" dt="2025-02-09T10:24:35.405" v="224" actId="1076"/>
          <ac:spMkLst>
            <pc:docMk/>
            <pc:sldMk cId="0" sldId="265"/>
            <ac:spMk id="186" creationId="{00000000-0000-0000-0000-000000000000}"/>
          </ac:spMkLst>
        </pc:spChg>
        <pc:spChg chg="del">
          <ac:chgData name="Shabab Akhter" userId="fdc8c297-54c2-42be-9968-184f4d0e9af5" providerId="ADAL" clId="{3510D0DE-C047-4EB6-893F-46289DC7135C}" dt="2025-02-09T10:24:29.734" v="222" actId="478"/>
          <ac:spMkLst>
            <pc:docMk/>
            <pc:sldMk cId="0" sldId="265"/>
            <ac:spMk id="187" creationId="{00000000-0000-0000-0000-000000000000}"/>
          </ac:spMkLst>
        </pc:spChg>
      </pc:sldChg>
      <pc:sldChg chg="addSp delSp modSp mod">
        <pc:chgData name="Shabab Akhter" userId="fdc8c297-54c2-42be-9968-184f4d0e9af5" providerId="ADAL" clId="{3510D0DE-C047-4EB6-893F-46289DC7135C}" dt="2025-02-09T10:24:45.935" v="226"/>
        <pc:sldMkLst>
          <pc:docMk/>
          <pc:sldMk cId="0" sldId="266"/>
        </pc:sldMkLst>
        <pc:spChg chg="add mod">
          <ac:chgData name="Shabab Akhter" userId="fdc8c297-54c2-42be-9968-184f4d0e9af5" providerId="ADAL" clId="{3510D0DE-C047-4EB6-893F-46289DC7135C}" dt="2025-02-09T10:24:45.935" v="226"/>
          <ac:spMkLst>
            <pc:docMk/>
            <pc:sldMk cId="0" sldId="266"/>
            <ac:spMk id="2" creationId="{C0840E85-E4BE-2B22-5295-CB2D4407648E}"/>
          </ac:spMkLst>
        </pc:spChg>
        <pc:spChg chg="add mod">
          <ac:chgData name="Shabab Akhter" userId="fdc8c297-54c2-42be-9968-184f4d0e9af5" providerId="ADAL" clId="{3510D0DE-C047-4EB6-893F-46289DC7135C}" dt="2025-02-09T10:24:45.935" v="226"/>
          <ac:spMkLst>
            <pc:docMk/>
            <pc:sldMk cId="0" sldId="266"/>
            <ac:spMk id="3" creationId="{57B3FC19-829A-D6F5-FAEB-C84C655A1E7E}"/>
          </ac:spMkLst>
        </pc:spChg>
        <pc:spChg chg="del">
          <ac:chgData name="Shabab Akhter" userId="fdc8c297-54c2-42be-9968-184f4d0e9af5" providerId="ADAL" clId="{3510D0DE-C047-4EB6-893F-46289DC7135C}" dt="2025-02-09T10:24:45.510" v="225" actId="478"/>
          <ac:spMkLst>
            <pc:docMk/>
            <pc:sldMk cId="0" sldId="266"/>
            <ac:spMk id="194" creationId="{00000000-0000-0000-0000-000000000000}"/>
          </ac:spMkLst>
        </pc:spChg>
      </pc:sldChg>
      <pc:sldChg chg="addSp delSp modSp mod">
        <pc:chgData name="Shabab Akhter" userId="fdc8c297-54c2-42be-9968-184f4d0e9af5" providerId="ADAL" clId="{3510D0DE-C047-4EB6-893F-46289DC7135C}" dt="2025-02-09T10:24:56.160" v="228"/>
        <pc:sldMkLst>
          <pc:docMk/>
          <pc:sldMk cId="0" sldId="267"/>
        </pc:sldMkLst>
        <pc:spChg chg="add mod">
          <ac:chgData name="Shabab Akhter" userId="fdc8c297-54c2-42be-9968-184f4d0e9af5" providerId="ADAL" clId="{3510D0DE-C047-4EB6-893F-46289DC7135C}" dt="2025-02-09T10:24:56.160" v="228"/>
          <ac:spMkLst>
            <pc:docMk/>
            <pc:sldMk cId="0" sldId="267"/>
            <ac:spMk id="2" creationId="{6781043F-B410-1A89-429F-7C2E92284FE9}"/>
          </ac:spMkLst>
        </pc:spChg>
        <pc:spChg chg="add mod">
          <ac:chgData name="Shabab Akhter" userId="fdc8c297-54c2-42be-9968-184f4d0e9af5" providerId="ADAL" clId="{3510D0DE-C047-4EB6-893F-46289DC7135C}" dt="2025-02-09T10:24:56.160" v="228"/>
          <ac:spMkLst>
            <pc:docMk/>
            <pc:sldMk cId="0" sldId="267"/>
            <ac:spMk id="3" creationId="{C0AF5B54-0DBC-57A0-C252-5D2A3C728DEB}"/>
          </ac:spMkLst>
        </pc:spChg>
        <pc:spChg chg="del">
          <ac:chgData name="Shabab Akhter" userId="fdc8c297-54c2-42be-9968-184f4d0e9af5" providerId="ADAL" clId="{3510D0DE-C047-4EB6-893F-46289DC7135C}" dt="2025-02-09T10:24:55.625" v="227" actId="478"/>
          <ac:spMkLst>
            <pc:docMk/>
            <pc:sldMk cId="0" sldId="267"/>
            <ac:spMk id="222" creationId="{00000000-0000-0000-0000-000000000000}"/>
          </ac:spMkLst>
        </pc:spChg>
      </pc:sldChg>
      <pc:sldChg chg="addSp delSp modSp mod">
        <pc:chgData name="Shabab Akhter" userId="fdc8c297-54c2-42be-9968-184f4d0e9af5" providerId="ADAL" clId="{3510D0DE-C047-4EB6-893F-46289DC7135C}" dt="2025-02-09T10:25:29.074" v="236" actId="1076"/>
        <pc:sldMkLst>
          <pc:docMk/>
          <pc:sldMk cId="0" sldId="268"/>
        </pc:sldMkLst>
        <pc:spChg chg="add mod">
          <ac:chgData name="Shabab Akhter" userId="fdc8c297-54c2-42be-9968-184f4d0e9af5" providerId="ADAL" clId="{3510D0DE-C047-4EB6-893F-46289DC7135C}" dt="2025-02-09T10:25:12.921" v="230"/>
          <ac:spMkLst>
            <pc:docMk/>
            <pc:sldMk cId="0" sldId="268"/>
            <ac:spMk id="2" creationId="{B4D716CD-01F2-919E-0C95-468746643788}"/>
          </ac:spMkLst>
        </pc:spChg>
        <pc:spChg chg="add mod">
          <ac:chgData name="Shabab Akhter" userId="fdc8c297-54c2-42be-9968-184f4d0e9af5" providerId="ADAL" clId="{3510D0DE-C047-4EB6-893F-46289DC7135C}" dt="2025-02-09T10:25:12.921" v="230"/>
          <ac:spMkLst>
            <pc:docMk/>
            <pc:sldMk cId="0" sldId="268"/>
            <ac:spMk id="3" creationId="{B1FCBD62-F207-CD04-7B14-C021F78B8C8E}"/>
          </ac:spMkLst>
        </pc:spChg>
        <pc:spChg chg="mod">
          <ac:chgData name="Shabab Akhter" userId="fdc8c297-54c2-42be-9968-184f4d0e9af5" providerId="ADAL" clId="{3510D0DE-C047-4EB6-893F-46289DC7135C}" dt="2025-02-09T10:25:27.600" v="235" actId="1076"/>
          <ac:spMkLst>
            <pc:docMk/>
            <pc:sldMk cId="0" sldId="268"/>
            <ac:spMk id="232" creationId="{00000000-0000-0000-0000-000000000000}"/>
          </ac:spMkLst>
        </pc:spChg>
        <pc:spChg chg="del">
          <ac:chgData name="Shabab Akhter" userId="fdc8c297-54c2-42be-9968-184f4d0e9af5" providerId="ADAL" clId="{3510D0DE-C047-4EB6-893F-46289DC7135C}" dt="2025-02-09T10:25:12.433" v="229" actId="478"/>
          <ac:spMkLst>
            <pc:docMk/>
            <pc:sldMk cId="0" sldId="268"/>
            <ac:spMk id="233" creationId="{00000000-0000-0000-0000-000000000000}"/>
          </ac:spMkLst>
        </pc:spChg>
        <pc:picChg chg="mod">
          <ac:chgData name="Shabab Akhter" userId="fdc8c297-54c2-42be-9968-184f4d0e9af5" providerId="ADAL" clId="{3510D0DE-C047-4EB6-893F-46289DC7135C}" dt="2025-02-09T10:25:29.074" v="236" actId="1076"/>
          <ac:picMkLst>
            <pc:docMk/>
            <pc:sldMk cId="0" sldId="268"/>
            <ac:picMk id="234" creationId="{00000000-0000-0000-0000-000000000000}"/>
          </ac:picMkLst>
        </pc:picChg>
      </pc:sldChg>
      <pc:sldChg chg="addSp delSp modSp mod">
        <pc:chgData name="Shabab Akhter" userId="fdc8c297-54c2-42be-9968-184f4d0e9af5" providerId="ADAL" clId="{3510D0DE-C047-4EB6-893F-46289DC7135C}" dt="2025-02-09T10:25:42.484" v="241"/>
        <pc:sldMkLst>
          <pc:docMk/>
          <pc:sldMk cId="0" sldId="269"/>
        </pc:sldMkLst>
        <pc:spChg chg="add mod">
          <ac:chgData name="Shabab Akhter" userId="fdc8c297-54c2-42be-9968-184f4d0e9af5" providerId="ADAL" clId="{3510D0DE-C047-4EB6-893F-46289DC7135C}" dt="2025-02-09T10:25:42.484" v="241"/>
          <ac:spMkLst>
            <pc:docMk/>
            <pc:sldMk cId="0" sldId="269"/>
            <ac:spMk id="2" creationId="{078436D8-EAEE-7932-A0B5-04D0E05F28D9}"/>
          </ac:spMkLst>
        </pc:spChg>
        <pc:spChg chg="add mod">
          <ac:chgData name="Shabab Akhter" userId="fdc8c297-54c2-42be-9968-184f4d0e9af5" providerId="ADAL" clId="{3510D0DE-C047-4EB6-893F-46289DC7135C}" dt="2025-02-09T10:25:42.484" v="241"/>
          <ac:spMkLst>
            <pc:docMk/>
            <pc:sldMk cId="0" sldId="269"/>
            <ac:spMk id="3" creationId="{E6A8C276-069F-FD8B-63EE-E5A6E268F511}"/>
          </ac:spMkLst>
        </pc:spChg>
        <pc:spChg chg="del">
          <ac:chgData name="Shabab Akhter" userId="fdc8c297-54c2-42be-9968-184f4d0e9af5" providerId="ADAL" clId="{3510D0DE-C047-4EB6-893F-46289DC7135C}" dt="2025-02-09T10:25:42.062" v="240" actId="478"/>
          <ac:spMkLst>
            <pc:docMk/>
            <pc:sldMk cId="0" sldId="269"/>
            <ac:spMk id="240" creationId="{00000000-0000-0000-0000-000000000000}"/>
          </ac:spMkLst>
        </pc:spChg>
        <pc:spChg chg="mod">
          <ac:chgData name="Shabab Akhter" userId="fdc8c297-54c2-42be-9968-184f4d0e9af5" providerId="ADAL" clId="{3510D0DE-C047-4EB6-893F-46289DC7135C}" dt="2025-02-09T10:25:39.164" v="239" actId="1076"/>
          <ac:spMkLst>
            <pc:docMk/>
            <pc:sldMk cId="0" sldId="269"/>
            <ac:spMk id="243" creationId="{00000000-0000-0000-0000-000000000000}"/>
          </ac:spMkLst>
        </pc:spChg>
        <pc:picChg chg="mod">
          <ac:chgData name="Shabab Akhter" userId="fdc8c297-54c2-42be-9968-184f4d0e9af5" providerId="ADAL" clId="{3510D0DE-C047-4EB6-893F-46289DC7135C}" dt="2025-02-09T10:25:39.164" v="239" actId="1076"/>
          <ac:picMkLst>
            <pc:docMk/>
            <pc:sldMk cId="0" sldId="269"/>
            <ac:picMk id="241" creationId="{00000000-0000-0000-0000-000000000000}"/>
          </ac:picMkLst>
        </pc:picChg>
        <pc:picChg chg="mod">
          <ac:chgData name="Shabab Akhter" userId="fdc8c297-54c2-42be-9968-184f4d0e9af5" providerId="ADAL" clId="{3510D0DE-C047-4EB6-893F-46289DC7135C}" dt="2025-02-09T10:25:39.164" v="239" actId="1076"/>
          <ac:picMkLst>
            <pc:docMk/>
            <pc:sldMk cId="0" sldId="269"/>
            <ac:picMk id="242" creationId="{00000000-0000-0000-0000-000000000000}"/>
          </ac:picMkLst>
        </pc:picChg>
      </pc:sldChg>
      <pc:sldChg chg="addSp delSp modSp mod">
        <pc:chgData name="Shabab Akhter" userId="fdc8c297-54c2-42be-9968-184f4d0e9af5" providerId="ADAL" clId="{3510D0DE-C047-4EB6-893F-46289DC7135C}" dt="2025-02-09T10:26:37.723" v="243"/>
        <pc:sldMkLst>
          <pc:docMk/>
          <pc:sldMk cId="0" sldId="270"/>
        </pc:sldMkLst>
        <pc:spChg chg="add mod">
          <ac:chgData name="Shabab Akhter" userId="fdc8c297-54c2-42be-9968-184f4d0e9af5" providerId="ADAL" clId="{3510D0DE-C047-4EB6-893F-46289DC7135C}" dt="2025-02-09T10:26:37.723" v="243"/>
          <ac:spMkLst>
            <pc:docMk/>
            <pc:sldMk cId="0" sldId="270"/>
            <ac:spMk id="2" creationId="{552B23B0-9C64-61B3-79BE-DB671EE539A0}"/>
          </ac:spMkLst>
        </pc:spChg>
        <pc:spChg chg="add mod">
          <ac:chgData name="Shabab Akhter" userId="fdc8c297-54c2-42be-9968-184f4d0e9af5" providerId="ADAL" clId="{3510D0DE-C047-4EB6-893F-46289DC7135C}" dt="2025-02-09T10:26:37.723" v="243"/>
          <ac:spMkLst>
            <pc:docMk/>
            <pc:sldMk cId="0" sldId="270"/>
            <ac:spMk id="3" creationId="{C6C63155-C867-69E6-F85C-FF50476720D4}"/>
          </ac:spMkLst>
        </pc:spChg>
        <pc:spChg chg="del">
          <ac:chgData name="Shabab Akhter" userId="fdc8c297-54c2-42be-9968-184f4d0e9af5" providerId="ADAL" clId="{3510D0DE-C047-4EB6-893F-46289DC7135C}" dt="2025-02-09T10:26:37.229" v="242" actId="478"/>
          <ac:spMkLst>
            <pc:docMk/>
            <pc:sldMk cId="0" sldId="270"/>
            <ac:spMk id="249" creationId="{00000000-0000-0000-0000-000000000000}"/>
          </ac:spMkLst>
        </pc:spChg>
      </pc:sldChg>
      <pc:sldChg chg="del">
        <pc:chgData name="Shabab Akhter" userId="fdc8c297-54c2-42be-9968-184f4d0e9af5" providerId="ADAL" clId="{3510D0DE-C047-4EB6-893F-46289DC7135C}" dt="2025-02-09T10:30:50.182" v="467" actId="47"/>
        <pc:sldMkLst>
          <pc:docMk/>
          <pc:sldMk cId="0" sldId="271"/>
        </pc:sldMkLst>
      </pc:sldChg>
      <pc:sldChg chg="del">
        <pc:chgData name="Shabab Akhter" userId="fdc8c297-54c2-42be-9968-184f4d0e9af5" providerId="ADAL" clId="{3510D0DE-C047-4EB6-893F-46289DC7135C}" dt="2025-02-09T10:31:16.178" v="470" actId="47"/>
        <pc:sldMkLst>
          <pc:docMk/>
          <pc:sldMk cId="0" sldId="272"/>
        </pc:sldMkLst>
      </pc:sldChg>
      <pc:sldChg chg="del">
        <pc:chgData name="Shabab Akhter" userId="fdc8c297-54c2-42be-9968-184f4d0e9af5" providerId="ADAL" clId="{3510D0DE-C047-4EB6-893F-46289DC7135C}" dt="2025-02-09T10:31:55.873" v="481" actId="47"/>
        <pc:sldMkLst>
          <pc:docMk/>
          <pc:sldMk cId="0" sldId="273"/>
        </pc:sldMkLst>
      </pc:sldChg>
      <pc:sldChg chg="del">
        <pc:chgData name="Shabab Akhter" userId="fdc8c297-54c2-42be-9968-184f4d0e9af5" providerId="ADAL" clId="{3510D0DE-C047-4EB6-893F-46289DC7135C}" dt="2025-02-09T10:32:27.773" v="524" actId="47"/>
        <pc:sldMkLst>
          <pc:docMk/>
          <pc:sldMk cId="0" sldId="274"/>
        </pc:sldMkLst>
      </pc:sldChg>
      <pc:sldChg chg="del">
        <pc:chgData name="Shabab Akhter" userId="fdc8c297-54c2-42be-9968-184f4d0e9af5" providerId="ADAL" clId="{3510D0DE-C047-4EB6-893F-46289DC7135C}" dt="2025-02-09T10:32:48.942" v="554" actId="47"/>
        <pc:sldMkLst>
          <pc:docMk/>
          <pc:sldMk cId="0" sldId="275"/>
        </pc:sldMkLst>
      </pc:sldChg>
      <pc:sldChg chg="del">
        <pc:chgData name="Shabab Akhter" userId="fdc8c297-54c2-42be-9968-184f4d0e9af5" providerId="ADAL" clId="{3510D0DE-C047-4EB6-893F-46289DC7135C}" dt="2025-02-09T10:33:24.328" v="581" actId="47"/>
        <pc:sldMkLst>
          <pc:docMk/>
          <pc:sldMk cId="0" sldId="276"/>
        </pc:sldMkLst>
      </pc:sldChg>
      <pc:sldChg chg="modSp del mod">
        <pc:chgData name="Shabab Akhter" userId="fdc8c297-54c2-42be-9968-184f4d0e9af5" providerId="ADAL" clId="{3510D0DE-C047-4EB6-893F-46289DC7135C}" dt="2025-02-09T10:34:50.457" v="808" actId="47"/>
        <pc:sldMkLst>
          <pc:docMk/>
          <pc:sldMk cId="0" sldId="277"/>
        </pc:sldMkLst>
        <pc:spChg chg="mod">
          <ac:chgData name="Shabab Akhter" userId="fdc8c297-54c2-42be-9968-184f4d0e9af5" providerId="ADAL" clId="{3510D0DE-C047-4EB6-893F-46289DC7135C}" dt="2025-02-09T10:15:28.190" v="4" actId="27636"/>
          <ac:spMkLst>
            <pc:docMk/>
            <pc:sldMk cId="0" sldId="277"/>
            <ac:spMk id="303" creationId="{00000000-0000-0000-0000-000000000000}"/>
          </ac:spMkLst>
        </pc:spChg>
      </pc:sldChg>
      <pc:sldChg chg="del">
        <pc:chgData name="Shabab Akhter" userId="fdc8c297-54c2-42be-9968-184f4d0e9af5" providerId="ADAL" clId="{3510D0DE-C047-4EB6-893F-46289DC7135C}" dt="2025-02-09T10:35:47.371" v="850" actId="47"/>
        <pc:sldMkLst>
          <pc:docMk/>
          <pc:sldMk cId="0" sldId="278"/>
        </pc:sldMkLst>
      </pc:sldChg>
      <pc:sldChg chg="del">
        <pc:chgData name="Shabab Akhter" userId="fdc8c297-54c2-42be-9968-184f4d0e9af5" providerId="ADAL" clId="{3510D0DE-C047-4EB6-893F-46289DC7135C}" dt="2025-02-09T10:37:15.293" v="904" actId="47"/>
        <pc:sldMkLst>
          <pc:docMk/>
          <pc:sldMk cId="0" sldId="279"/>
        </pc:sldMkLst>
      </pc:sldChg>
      <pc:sldChg chg="delSp del mod">
        <pc:chgData name="Shabab Akhter" userId="fdc8c297-54c2-42be-9968-184f4d0e9af5" providerId="ADAL" clId="{3510D0DE-C047-4EB6-893F-46289DC7135C}" dt="2025-02-09T10:57:44.277" v="3068" actId="47"/>
        <pc:sldMkLst>
          <pc:docMk/>
          <pc:sldMk cId="0" sldId="280"/>
        </pc:sldMkLst>
        <pc:picChg chg="del">
          <ac:chgData name="Shabab Akhter" userId="fdc8c297-54c2-42be-9968-184f4d0e9af5" providerId="ADAL" clId="{3510D0DE-C047-4EB6-893F-46289DC7135C}" dt="2025-02-09T10:56:19.027" v="2745" actId="478"/>
          <ac:picMkLst>
            <pc:docMk/>
            <pc:sldMk cId="0" sldId="280"/>
            <ac:picMk id="326" creationId="{00000000-0000-0000-0000-000000000000}"/>
          </ac:picMkLst>
        </pc:picChg>
      </pc:sldChg>
      <pc:sldChg chg="del">
        <pc:chgData name="Shabab Akhter" userId="fdc8c297-54c2-42be-9968-184f4d0e9af5" providerId="ADAL" clId="{3510D0DE-C047-4EB6-893F-46289DC7135C}" dt="2025-02-09T11:18:15.570" v="3150" actId="47"/>
        <pc:sldMkLst>
          <pc:docMk/>
          <pc:sldMk cId="0" sldId="281"/>
        </pc:sldMkLst>
      </pc:sldChg>
      <pc:sldChg chg="del">
        <pc:chgData name="Shabab Akhter" userId="fdc8c297-54c2-42be-9968-184f4d0e9af5" providerId="ADAL" clId="{3510D0DE-C047-4EB6-893F-46289DC7135C}" dt="2025-02-09T10:18:07.045" v="9" actId="2696"/>
        <pc:sldMkLst>
          <pc:docMk/>
          <pc:sldMk cId="0" sldId="282"/>
        </pc:sldMkLst>
      </pc:sldChg>
      <pc:sldChg chg="del">
        <pc:chgData name="Shabab Akhter" userId="fdc8c297-54c2-42be-9968-184f4d0e9af5" providerId="ADAL" clId="{3510D0DE-C047-4EB6-893F-46289DC7135C}" dt="2025-02-09T10:18:07.045" v="9" actId="2696"/>
        <pc:sldMkLst>
          <pc:docMk/>
          <pc:sldMk cId="0" sldId="283"/>
        </pc:sldMkLst>
      </pc:sldChg>
      <pc:sldChg chg="del">
        <pc:chgData name="Shabab Akhter" userId="fdc8c297-54c2-42be-9968-184f4d0e9af5" providerId="ADAL" clId="{3510D0DE-C047-4EB6-893F-46289DC7135C}" dt="2025-02-09T10:18:07.045" v="9" actId="2696"/>
        <pc:sldMkLst>
          <pc:docMk/>
          <pc:sldMk cId="0" sldId="284"/>
        </pc:sldMkLst>
      </pc:sldChg>
      <pc:sldChg chg="del">
        <pc:chgData name="Shabab Akhter" userId="fdc8c297-54c2-42be-9968-184f4d0e9af5" providerId="ADAL" clId="{3510D0DE-C047-4EB6-893F-46289DC7135C}" dt="2025-02-09T10:18:07.045" v="9" actId="2696"/>
        <pc:sldMkLst>
          <pc:docMk/>
          <pc:sldMk cId="0" sldId="285"/>
        </pc:sldMkLst>
      </pc:sldChg>
      <pc:sldChg chg="del">
        <pc:chgData name="Shabab Akhter" userId="fdc8c297-54c2-42be-9968-184f4d0e9af5" providerId="ADAL" clId="{3510D0DE-C047-4EB6-893F-46289DC7135C}" dt="2025-02-09T10:18:07.045" v="9" actId="2696"/>
        <pc:sldMkLst>
          <pc:docMk/>
          <pc:sldMk cId="0" sldId="286"/>
        </pc:sldMkLst>
      </pc:sldChg>
      <pc:sldChg chg="del">
        <pc:chgData name="Shabab Akhter" userId="fdc8c297-54c2-42be-9968-184f4d0e9af5" providerId="ADAL" clId="{3510D0DE-C047-4EB6-893F-46289DC7135C}" dt="2025-02-09T10:18:07.045" v="9" actId="2696"/>
        <pc:sldMkLst>
          <pc:docMk/>
          <pc:sldMk cId="0" sldId="287"/>
        </pc:sldMkLst>
      </pc:sldChg>
      <pc:sldChg chg="del">
        <pc:chgData name="Shabab Akhter" userId="fdc8c297-54c2-42be-9968-184f4d0e9af5" providerId="ADAL" clId="{3510D0DE-C047-4EB6-893F-46289DC7135C}" dt="2025-02-09T10:18:07.045" v="9" actId="2696"/>
        <pc:sldMkLst>
          <pc:docMk/>
          <pc:sldMk cId="0" sldId="288"/>
        </pc:sldMkLst>
      </pc:sldChg>
      <pc:sldChg chg="del">
        <pc:chgData name="Shabab Akhter" userId="fdc8c297-54c2-42be-9968-184f4d0e9af5" providerId="ADAL" clId="{3510D0DE-C047-4EB6-893F-46289DC7135C}" dt="2025-02-09T10:18:07.045" v="9" actId="2696"/>
        <pc:sldMkLst>
          <pc:docMk/>
          <pc:sldMk cId="0" sldId="289"/>
        </pc:sldMkLst>
      </pc:sldChg>
      <pc:sldChg chg="del">
        <pc:chgData name="Shabab Akhter" userId="fdc8c297-54c2-42be-9968-184f4d0e9af5" providerId="ADAL" clId="{3510D0DE-C047-4EB6-893F-46289DC7135C}" dt="2025-02-09T10:18:07.045" v="9" actId="2696"/>
        <pc:sldMkLst>
          <pc:docMk/>
          <pc:sldMk cId="0" sldId="290"/>
        </pc:sldMkLst>
      </pc:sldChg>
      <pc:sldChg chg="modSp del mod">
        <pc:chgData name="Shabab Akhter" userId="fdc8c297-54c2-42be-9968-184f4d0e9af5" providerId="ADAL" clId="{3510D0DE-C047-4EB6-893F-46289DC7135C}" dt="2025-02-09T11:18:55.485" v="3164" actId="47"/>
        <pc:sldMkLst>
          <pc:docMk/>
          <pc:sldMk cId="0" sldId="291"/>
        </pc:sldMkLst>
        <pc:spChg chg="mod">
          <ac:chgData name="Shabab Akhter" userId="fdc8c297-54c2-42be-9968-184f4d0e9af5" providerId="ADAL" clId="{3510D0DE-C047-4EB6-893F-46289DC7135C}" dt="2025-02-09T10:15:28.206" v="5" actId="27636"/>
          <ac:spMkLst>
            <pc:docMk/>
            <pc:sldMk cId="0" sldId="291"/>
            <ac:spMk id="415" creationId="{00000000-0000-0000-0000-000000000000}"/>
          </ac:spMkLst>
        </pc:spChg>
      </pc:sldChg>
      <pc:sldChg chg="del">
        <pc:chgData name="Shabab Akhter" userId="fdc8c297-54c2-42be-9968-184f4d0e9af5" providerId="ADAL" clId="{3510D0DE-C047-4EB6-893F-46289DC7135C}" dt="2025-02-09T11:19:22.745" v="3198" actId="47"/>
        <pc:sldMkLst>
          <pc:docMk/>
          <pc:sldMk cId="0" sldId="292"/>
        </pc:sldMkLst>
      </pc:sldChg>
      <pc:sldChg chg="modSp add mod">
        <pc:chgData name="Shabab Akhter" userId="fdc8c297-54c2-42be-9968-184f4d0e9af5" providerId="ADAL" clId="{3510D0DE-C047-4EB6-893F-46289DC7135C}" dt="2025-02-09T10:19:23.456" v="42" actId="113"/>
        <pc:sldMkLst>
          <pc:docMk/>
          <pc:sldMk cId="1326401015" sldId="294"/>
        </pc:sldMkLst>
        <pc:spChg chg="mod">
          <ac:chgData name="Shabab Akhter" userId="fdc8c297-54c2-42be-9968-184f4d0e9af5" providerId="ADAL" clId="{3510D0DE-C047-4EB6-893F-46289DC7135C}" dt="2025-02-09T10:19:23.456" v="42" actId="113"/>
          <ac:spMkLst>
            <pc:docMk/>
            <pc:sldMk cId="1326401015" sldId="294"/>
            <ac:spMk id="110" creationId="{1161E47E-7E1D-340A-E3D9-38B743396EAC}"/>
          </ac:spMkLst>
        </pc:spChg>
      </pc:sldChg>
      <pc:sldChg chg="add del">
        <pc:chgData name="Shabab Akhter" userId="fdc8c297-54c2-42be-9968-184f4d0e9af5" providerId="ADAL" clId="{3510D0DE-C047-4EB6-893F-46289DC7135C}" dt="2025-02-09T10:20:05.406" v="61"/>
        <pc:sldMkLst>
          <pc:docMk/>
          <pc:sldMk cId="50769844" sldId="295"/>
        </pc:sldMkLst>
      </pc:sldChg>
      <pc:sldChg chg="addSp delSp modSp add mod">
        <pc:chgData name="Shabab Akhter" userId="fdc8c297-54c2-42be-9968-184f4d0e9af5" providerId="ADAL" clId="{3510D0DE-C047-4EB6-893F-46289DC7135C}" dt="2025-02-09T10:30:24.623" v="465" actId="207"/>
        <pc:sldMkLst>
          <pc:docMk/>
          <pc:sldMk cId="1371666792" sldId="295"/>
        </pc:sldMkLst>
        <pc:spChg chg="add mod">
          <ac:chgData name="Shabab Akhter" userId="fdc8c297-54c2-42be-9968-184f4d0e9af5" providerId="ADAL" clId="{3510D0DE-C047-4EB6-893F-46289DC7135C}" dt="2025-02-09T10:30:24.623" v="465" actId="207"/>
          <ac:spMkLst>
            <pc:docMk/>
            <pc:sldMk cId="1371666792" sldId="295"/>
            <ac:spMk id="5" creationId="{279BAB5E-431F-FA8B-7D97-2B9265C2D9B7}"/>
          </ac:spMkLst>
        </pc:spChg>
        <pc:spChg chg="mod">
          <ac:chgData name="Shabab Akhter" userId="fdc8c297-54c2-42be-9968-184f4d0e9af5" providerId="ADAL" clId="{3510D0DE-C047-4EB6-893F-46289DC7135C}" dt="2025-02-09T10:27:32.532" v="324" actId="20577"/>
          <ac:spMkLst>
            <pc:docMk/>
            <pc:sldMk cId="1371666792" sldId="295"/>
            <ac:spMk id="248" creationId="{67E3B8D5-081C-61C3-5B00-6A60D73503A9}"/>
          </ac:spMkLst>
        </pc:spChg>
        <pc:picChg chg="del">
          <ac:chgData name="Shabab Akhter" userId="fdc8c297-54c2-42be-9968-184f4d0e9af5" providerId="ADAL" clId="{3510D0DE-C047-4EB6-893F-46289DC7135C}" dt="2025-02-09T10:26:43.311" v="245" actId="478"/>
          <ac:picMkLst>
            <pc:docMk/>
            <pc:sldMk cId="1371666792" sldId="295"/>
            <ac:picMk id="250" creationId="{43D15C32-5205-FFE0-EC83-EB208AACDB76}"/>
          </ac:picMkLst>
        </pc:picChg>
      </pc:sldChg>
      <pc:sldChg chg="modSp add mod">
        <pc:chgData name="Shabab Akhter" userId="fdc8c297-54c2-42be-9968-184f4d0e9af5" providerId="ADAL" clId="{3510D0DE-C047-4EB6-893F-46289DC7135C}" dt="2025-02-09T10:31:00.738" v="469" actId="113"/>
        <pc:sldMkLst>
          <pc:docMk/>
          <pc:sldMk cId="989238244" sldId="296"/>
        </pc:sldMkLst>
        <pc:spChg chg="mod">
          <ac:chgData name="Shabab Akhter" userId="fdc8c297-54c2-42be-9968-184f4d0e9af5" providerId="ADAL" clId="{3510D0DE-C047-4EB6-893F-46289DC7135C}" dt="2025-02-09T10:31:00.738" v="469" actId="113"/>
          <ac:spMkLst>
            <pc:docMk/>
            <pc:sldMk cId="989238244" sldId="296"/>
            <ac:spMk id="110" creationId="{3D37BFFE-D53C-9651-57D4-D2871E5BD124}"/>
          </ac:spMkLst>
        </pc:spChg>
      </pc:sldChg>
      <pc:sldChg chg="addSp delSp modSp add mod">
        <pc:chgData name="Shabab Akhter" userId="fdc8c297-54c2-42be-9968-184f4d0e9af5" providerId="ADAL" clId="{3510D0DE-C047-4EB6-893F-46289DC7135C}" dt="2025-02-09T10:31:52.437" v="480" actId="1076"/>
        <pc:sldMkLst>
          <pc:docMk/>
          <pc:sldMk cId="558988651" sldId="297"/>
        </pc:sldMkLst>
        <pc:spChg chg="add del mod">
          <ac:chgData name="Shabab Akhter" userId="fdc8c297-54c2-42be-9968-184f4d0e9af5" providerId="ADAL" clId="{3510D0DE-C047-4EB6-893F-46289DC7135C}" dt="2025-02-09T10:31:37.186" v="475" actId="478"/>
          <ac:spMkLst>
            <pc:docMk/>
            <pc:sldMk cId="558988651" sldId="297"/>
            <ac:spMk id="5" creationId="{C33E1AF8-BD82-9364-9CF6-948861A4BB2A}"/>
          </ac:spMkLst>
        </pc:spChg>
        <pc:spChg chg="add del mod">
          <ac:chgData name="Shabab Akhter" userId="fdc8c297-54c2-42be-9968-184f4d0e9af5" providerId="ADAL" clId="{3510D0DE-C047-4EB6-893F-46289DC7135C}" dt="2025-02-09T10:31:49.082" v="479" actId="478"/>
          <ac:spMkLst>
            <pc:docMk/>
            <pc:sldMk cId="558988651" sldId="297"/>
            <ac:spMk id="6" creationId="{8FAB2B6E-10C2-C076-A1F8-528BDF7FB77B}"/>
          </ac:spMkLst>
        </pc:spChg>
        <pc:spChg chg="mod">
          <ac:chgData name="Shabab Akhter" userId="fdc8c297-54c2-42be-9968-184f4d0e9af5" providerId="ADAL" clId="{3510D0DE-C047-4EB6-893F-46289DC7135C}" dt="2025-02-09T10:31:47.084" v="478"/>
          <ac:spMkLst>
            <pc:docMk/>
            <pc:sldMk cId="558988651" sldId="297"/>
            <ac:spMk id="160" creationId="{2482780A-2211-1ABB-1972-190738DB017A}"/>
          </ac:spMkLst>
        </pc:spChg>
        <pc:spChg chg="del">
          <ac:chgData name="Shabab Akhter" userId="fdc8c297-54c2-42be-9968-184f4d0e9af5" providerId="ADAL" clId="{3510D0DE-C047-4EB6-893F-46289DC7135C}" dt="2025-02-09T10:31:34.292" v="472" actId="478"/>
          <ac:spMkLst>
            <pc:docMk/>
            <pc:sldMk cId="558988651" sldId="297"/>
            <ac:spMk id="161" creationId="{74058BB0-962F-BF3B-C4A0-3B5A2E305DD7}"/>
          </ac:spMkLst>
        </pc:spChg>
        <pc:spChg chg="del">
          <ac:chgData name="Shabab Akhter" userId="fdc8c297-54c2-42be-9968-184f4d0e9af5" providerId="ADAL" clId="{3510D0DE-C047-4EB6-893F-46289DC7135C}" dt="2025-02-09T10:31:34.292" v="472" actId="478"/>
          <ac:spMkLst>
            <pc:docMk/>
            <pc:sldMk cId="558988651" sldId="297"/>
            <ac:spMk id="162" creationId="{07F2F7DB-4B66-CB5D-3C63-5E315C19FA30}"/>
          </ac:spMkLst>
        </pc:spChg>
        <pc:picChg chg="add mod">
          <ac:chgData name="Shabab Akhter" userId="fdc8c297-54c2-42be-9968-184f4d0e9af5" providerId="ADAL" clId="{3510D0DE-C047-4EB6-893F-46289DC7135C}" dt="2025-02-09T10:31:52.437" v="480" actId="1076"/>
          <ac:picMkLst>
            <pc:docMk/>
            <pc:sldMk cId="558988651" sldId="297"/>
            <ac:picMk id="7" creationId="{E1881B31-876D-8568-0340-0785778DE681}"/>
          </ac:picMkLst>
        </pc:picChg>
        <pc:picChg chg="del">
          <ac:chgData name="Shabab Akhter" userId="fdc8c297-54c2-42be-9968-184f4d0e9af5" providerId="ADAL" clId="{3510D0DE-C047-4EB6-893F-46289DC7135C}" dt="2025-02-09T10:31:34.292" v="472" actId="478"/>
          <ac:picMkLst>
            <pc:docMk/>
            <pc:sldMk cId="558988651" sldId="297"/>
            <ac:picMk id="163" creationId="{7C21E69F-A42D-99DC-3061-6BA63481B784}"/>
          </ac:picMkLst>
        </pc:picChg>
        <pc:picChg chg="del">
          <ac:chgData name="Shabab Akhter" userId="fdc8c297-54c2-42be-9968-184f4d0e9af5" providerId="ADAL" clId="{3510D0DE-C047-4EB6-893F-46289DC7135C}" dt="2025-02-09T10:31:34.292" v="472" actId="478"/>
          <ac:picMkLst>
            <pc:docMk/>
            <pc:sldMk cId="558988651" sldId="297"/>
            <ac:picMk id="164" creationId="{65ED9F48-ED87-5BF7-88D6-ECC6AFE6ADD9}"/>
          </ac:picMkLst>
        </pc:picChg>
        <pc:picChg chg="del">
          <ac:chgData name="Shabab Akhter" userId="fdc8c297-54c2-42be-9968-184f4d0e9af5" providerId="ADAL" clId="{3510D0DE-C047-4EB6-893F-46289DC7135C}" dt="2025-02-09T10:31:34.292" v="472" actId="478"/>
          <ac:picMkLst>
            <pc:docMk/>
            <pc:sldMk cId="558988651" sldId="297"/>
            <ac:picMk id="165" creationId="{C1678BFB-E5C8-A5B2-9499-FF72B20E237F}"/>
          </ac:picMkLst>
        </pc:picChg>
        <pc:picChg chg="del">
          <ac:chgData name="Shabab Akhter" userId="fdc8c297-54c2-42be-9968-184f4d0e9af5" providerId="ADAL" clId="{3510D0DE-C047-4EB6-893F-46289DC7135C}" dt="2025-02-09T10:31:34.292" v="472" actId="478"/>
          <ac:picMkLst>
            <pc:docMk/>
            <pc:sldMk cId="558988651" sldId="297"/>
            <ac:picMk id="166" creationId="{99B0EB8A-98AB-AF03-0612-89BAF0E508D5}"/>
          </ac:picMkLst>
        </pc:picChg>
      </pc:sldChg>
      <pc:sldChg chg="addSp delSp modSp add mod">
        <pc:chgData name="Shabab Akhter" userId="fdc8c297-54c2-42be-9968-184f4d0e9af5" providerId="ADAL" clId="{3510D0DE-C047-4EB6-893F-46289DC7135C}" dt="2025-02-09T10:32:20.078" v="523" actId="20577"/>
        <pc:sldMkLst>
          <pc:docMk/>
          <pc:sldMk cId="703604364" sldId="298"/>
        </pc:sldMkLst>
        <pc:spChg chg="mod">
          <ac:chgData name="Shabab Akhter" userId="fdc8c297-54c2-42be-9968-184f4d0e9af5" providerId="ADAL" clId="{3510D0DE-C047-4EB6-893F-46289DC7135C}" dt="2025-02-09T10:32:20.078" v="523" actId="20577"/>
          <ac:spMkLst>
            <pc:docMk/>
            <pc:sldMk cId="703604364" sldId="298"/>
            <ac:spMk id="160" creationId="{C9C37D29-7294-BDED-4085-4558BF642162}"/>
          </ac:spMkLst>
        </pc:spChg>
        <pc:picChg chg="add mod">
          <ac:chgData name="Shabab Akhter" userId="fdc8c297-54c2-42be-9968-184f4d0e9af5" providerId="ADAL" clId="{3510D0DE-C047-4EB6-893F-46289DC7135C}" dt="2025-02-09T10:32:12.638" v="485" actId="1076"/>
          <ac:picMkLst>
            <pc:docMk/>
            <pc:sldMk cId="703604364" sldId="298"/>
            <ac:picMk id="4" creationId="{547B46A9-76BF-83BB-9334-325EB141F55F}"/>
          </ac:picMkLst>
        </pc:picChg>
        <pc:picChg chg="del">
          <ac:chgData name="Shabab Akhter" userId="fdc8c297-54c2-42be-9968-184f4d0e9af5" providerId="ADAL" clId="{3510D0DE-C047-4EB6-893F-46289DC7135C}" dt="2025-02-09T10:32:05.606" v="483" actId="478"/>
          <ac:picMkLst>
            <pc:docMk/>
            <pc:sldMk cId="703604364" sldId="298"/>
            <ac:picMk id="7" creationId="{91200B86-4B61-F364-9673-9A3CBC9A43D6}"/>
          </ac:picMkLst>
        </pc:picChg>
      </pc:sldChg>
      <pc:sldChg chg="addSp delSp modSp add mod">
        <pc:chgData name="Shabab Akhter" userId="fdc8c297-54c2-42be-9968-184f4d0e9af5" providerId="ADAL" clId="{3510D0DE-C047-4EB6-893F-46289DC7135C}" dt="2025-02-09T10:32:44.889" v="553" actId="20577"/>
        <pc:sldMkLst>
          <pc:docMk/>
          <pc:sldMk cId="2560466351" sldId="299"/>
        </pc:sldMkLst>
        <pc:spChg chg="mod">
          <ac:chgData name="Shabab Akhter" userId="fdc8c297-54c2-42be-9968-184f4d0e9af5" providerId="ADAL" clId="{3510D0DE-C047-4EB6-893F-46289DC7135C}" dt="2025-02-09T10:32:44.889" v="553" actId="20577"/>
          <ac:spMkLst>
            <pc:docMk/>
            <pc:sldMk cId="2560466351" sldId="299"/>
            <ac:spMk id="160" creationId="{40F22EEF-8367-7533-5D3B-8C10F0D65513}"/>
          </ac:spMkLst>
        </pc:spChg>
        <pc:picChg chg="del">
          <ac:chgData name="Shabab Akhter" userId="fdc8c297-54c2-42be-9968-184f4d0e9af5" providerId="ADAL" clId="{3510D0DE-C047-4EB6-893F-46289DC7135C}" dt="2025-02-09T10:32:32.061" v="526" actId="478"/>
          <ac:picMkLst>
            <pc:docMk/>
            <pc:sldMk cId="2560466351" sldId="299"/>
            <ac:picMk id="4" creationId="{F0BDCB25-5F7E-CE44-E9C4-D50CC3436EB4}"/>
          </ac:picMkLst>
        </pc:picChg>
        <pc:picChg chg="add mod">
          <ac:chgData name="Shabab Akhter" userId="fdc8c297-54c2-42be-9968-184f4d0e9af5" providerId="ADAL" clId="{3510D0DE-C047-4EB6-893F-46289DC7135C}" dt="2025-02-09T10:32:39.420" v="528" actId="1076"/>
          <ac:picMkLst>
            <pc:docMk/>
            <pc:sldMk cId="2560466351" sldId="299"/>
            <ac:picMk id="5" creationId="{56B197D9-CED7-261B-B4B6-1E6DB999BE3F}"/>
          </ac:picMkLst>
        </pc:picChg>
      </pc:sldChg>
      <pc:sldChg chg="addSp delSp modSp add mod">
        <pc:chgData name="Shabab Akhter" userId="fdc8c297-54c2-42be-9968-184f4d0e9af5" providerId="ADAL" clId="{3510D0DE-C047-4EB6-893F-46289DC7135C}" dt="2025-02-09T10:33:18.569" v="580" actId="20577"/>
        <pc:sldMkLst>
          <pc:docMk/>
          <pc:sldMk cId="1004330436" sldId="300"/>
        </pc:sldMkLst>
        <pc:spChg chg="mod">
          <ac:chgData name="Shabab Akhter" userId="fdc8c297-54c2-42be-9968-184f4d0e9af5" providerId="ADAL" clId="{3510D0DE-C047-4EB6-893F-46289DC7135C}" dt="2025-02-09T10:33:18.569" v="580" actId="20577"/>
          <ac:spMkLst>
            <pc:docMk/>
            <pc:sldMk cId="1004330436" sldId="300"/>
            <ac:spMk id="160" creationId="{00860F69-D8CC-0E2B-AD94-C05CE82D25CB}"/>
          </ac:spMkLst>
        </pc:spChg>
        <pc:picChg chg="add mod">
          <ac:chgData name="Shabab Akhter" userId="fdc8c297-54c2-42be-9968-184f4d0e9af5" providerId="ADAL" clId="{3510D0DE-C047-4EB6-893F-46289DC7135C}" dt="2025-02-09T10:33:09.851" v="558" actId="1076"/>
          <ac:picMkLst>
            <pc:docMk/>
            <pc:sldMk cId="1004330436" sldId="300"/>
            <ac:picMk id="4" creationId="{02A18D79-6E1B-0DBF-A87E-F0272742BAD8}"/>
          </ac:picMkLst>
        </pc:picChg>
        <pc:picChg chg="del">
          <ac:chgData name="Shabab Akhter" userId="fdc8c297-54c2-42be-9968-184f4d0e9af5" providerId="ADAL" clId="{3510D0DE-C047-4EB6-893F-46289DC7135C}" dt="2025-02-09T10:33:06.243" v="556" actId="478"/>
          <ac:picMkLst>
            <pc:docMk/>
            <pc:sldMk cId="1004330436" sldId="300"/>
            <ac:picMk id="5" creationId="{ACE631F0-41A4-8E4A-965A-459B8CA1F14F}"/>
          </ac:picMkLst>
        </pc:picChg>
      </pc:sldChg>
      <pc:sldChg chg="addSp delSp modSp add mod">
        <pc:chgData name="Shabab Akhter" userId="fdc8c297-54c2-42be-9968-184f4d0e9af5" providerId="ADAL" clId="{3510D0DE-C047-4EB6-893F-46289DC7135C}" dt="2025-02-09T10:34:47.673" v="807" actId="1076"/>
        <pc:sldMkLst>
          <pc:docMk/>
          <pc:sldMk cId="1291184176" sldId="301"/>
        </pc:sldMkLst>
        <pc:spChg chg="add mod">
          <ac:chgData name="Shabab Akhter" userId="fdc8c297-54c2-42be-9968-184f4d0e9af5" providerId="ADAL" clId="{3510D0DE-C047-4EB6-893F-46289DC7135C}" dt="2025-02-09T10:34:47.673" v="807" actId="1076"/>
          <ac:spMkLst>
            <pc:docMk/>
            <pc:sldMk cId="1291184176" sldId="301"/>
            <ac:spMk id="5" creationId="{282A2A87-4CC6-5134-6C6E-2771D44EBB3C}"/>
          </ac:spMkLst>
        </pc:spChg>
        <pc:spChg chg="add mod">
          <ac:chgData name="Shabab Akhter" userId="fdc8c297-54c2-42be-9968-184f4d0e9af5" providerId="ADAL" clId="{3510D0DE-C047-4EB6-893F-46289DC7135C}" dt="2025-02-09T10:34:47.673" v="807" actId="1076"/>
          <ac:spMkLst>
            <pc:docMk/>
            <pc:sldMk cId="1291184176" sldId="301"/>
            <ac:spMk id="6" creationId="{989A8A5F-29AC-12A2-A6B6-D6C6E5648131}"/>
          </ac:spMkLst>
        </pc:spChg>
        <pc:spChg chg="mod">
          <ac:chgData name="Shabab Akhter" userId="fdc8c297-54c2-42be-9968-184f4d0e9af5" providerId="ADAL" clId="{3510D0DE-C047-4EB6-893F-46289DC7135C}" dt="2025-02-09T10:33:53.020" v="719" actId="20577"/>
          <ac:spMkLst>
            <pc:docMk/>
            <pc:sldMk cId="1291184176" sldId="301"/>
            <ac:spMk id="160" creationId="{5A3D361C-9BD8-7882-A8C8-DDECE96F3F41}"/>
          </ac:spMkLst>
        </pc:spChg>
        <pc:picChg chg="del">
          <ac:chgData name="Shabab Akhter" userId="fdc8c297-54c2-42be-9968-184f4d0e9af5" providerId="ADAL" clId="{3510D0DE-C047-4EB6-893F-46289DC7135C}" dt="2025-02-09T10:33:54.878" v="720" actId="478"/>
          <ac:picMkLst>
            <pc:docMk/>
            <pc:sldMk cId="1291184176" sldId="301"/>
            <ac:picMk id="4" creationId="{BCFA1F4E-C329-3A9B-8E42-D7E309AEAA08}"/>
          </ac:picMkLst>
        </pc:picChg>
      </pc:sldChg>
      <pc:sldChg chg="addSp delSp modSp add mod">
        <pc:chgData name="Shabab Akhter" userId="fdc8c297-54c2-42be-9968-184f4d0e9af5" providerId="ADAL" clId="{3510D0DE-C047-4EB6-893F-46289DC7135C}" dt="2025-02-09T10:35:36.675" v="849" actId="1076"/>
        <pc:sldMkLst>
          <pc:docMk/>
          <pc:sldMk cId="1662464368" sldId="302"/>
        </pc:sldMkLst>
        <pc:spChg chg="del">
          <ac:chgData name="Shabab Akhter" userId="fdc8c297-54c2-42be-9968-184f4d0e9af5" providerId="ADAL" clId="{3510D0DE-C047-4EB6-893F-46289DC7135C}" dt="2025-02-09T10:35:05.919" v="840" actId="478"/>
          <ac:spMkLst>
            <pc:docMk/>
            <pc:sldMk cId="1662464368" sldId="302"/>
            <ac:spMk id="5" creationId="{DC4F71A8-67D9-6AAF-E24F-8D7509ED4C81}"/>
          </ac:spMkLst>
        </pc:spChg>
        <pc:spChg chg="del">
          <ac:chgData name="Shabab Akhter" userId="fdc8c297-54c2-42be-9968-184f4d0e9af5" providerId="ADAL" clId="{3510D0DE-C047-4EB6-893F-46289DC7135C}" dt="2025-02-09T10:35:03.355" v="838" actId="478"/>
          <ac:spMkLst>
            <pc:docMk/>
            <pc:sldMk cId="1662464368" sldId="302"/>
            <ac:spMk id="6" creationId="{8A1FF3FD-6C1A-8431-10DE-E1A9B8623D04}"/>
          </ac:spMkLst>
        </pc:spChg>
        <pc:spChg chg="add del mod">
          <ac:chgData name="Shabab Akhter" userId="fdc8c297-54c2-42be-9968-184f4d0e9af5" providerId="ADAL" clId="{3510D0DE-C047-4EB6-893F-46289DC7135C}" dt="2025-02-09T10:35:04.627" v="839" actId="478"/>
          <ac:spMkLst>
            <pc:docMk/>
            <pc:sldMk cId="1662464368" sldId="302"/>
            <ac:spMk id="7" creationId="{65442B19-4CC8-FEDF-8DED-B3011B0F156D}"/>
          </ac:spMkLst>
        </pc:spChg>
        <pc:spChg chg="add mod">
          <ac:chgData name="Shabab Akhter" userId="fdc8c297-54c2-42be-9968-184f4d0e9af5" providerId="ADAL" clId="{3510D0DE-C047-4EB6-893F-46289DC7135C}" dt="2025-02-09T10:35:36.675" v="849" actId="1076"/>
          <ac:spMkLst>
            <pc:docMk/>
            <pc:sldMk cId="1662464368" sldId="302"/>
            <ac:spMk id="8" creationId="{F4CCA080-3DF3-B43D-01EE-49FF19DB35E2}"/>
          </ac:spMkLst>
        </pc:spChg>
        <pc:spChg chg="mod">
          <ac:chgData name="Shabab Akhter" userId="fdc8c297-54c2-42be-9968-184f4d0e9af5" providerId="ADAL" clId="{3510D0DE-C047-4EB6-893F-46289DC7135C}" dt="2025-02-09T10:35:00.785" v="837" actId="20577"/>
          <ac:spMkLst>
            <pc:docMk/>
            <pc:sldMk cId="1662464368" sldId="302"/>
            <ac:spMk id="160" creationId="{37E44ABB-FA2D-9BC4-E7BF-3FA32A6239CE}"/>
          </ac:spMkLst>
        </pc:spChg>
        <pc:picChg chg="add mod">
          <ac:chgData name="Shabab Akhter" userId="fdc8c297-54c2-42be-9968-184f4d0e9af5" providerId="ADAL" clId="{3510D0DE-C047-4EB6-893F-46289DC7135C}" dt="2025-02-09T10:35:36.675" v="849" actId="1076"/>
          <ac:picMkLst>
            <pc:docMk/>
            <pc:sldMk cId="1662464368" sldId="302"/>
            <ac:picMk id="9" creationId="{F94DA21F-C3A5-8460-4356-5CF591B9F529}"/>
          </ac:picMkLst>
        </pc:picChg>
      </pc:sldChg>
      <pc:sldChg chg="addSp delSp modSp add del mod">
        <pc:chgData name="Shabab Akhter" userId="fdc8c297-54c2-42be-9968-184f4d0e9af5" providerId="ADAL" clId="{3510D0DE-C047-4EB6-893F-46289DC7135C}" dt="2025-02-09T10:49:01.823" v="1966" actId="47"/>
        <pc:sldMkLst>
          <pc:docMk/>
          <pc:sldMk cId="2496888661" sldId="303"/>
        </pc:sldMkLst>
        <pc:spChg chg="add mod">
          <ac:chgData name="Shabab Akhter" userId="fdc8c297-54c2-42be-9968-184f4d0e9af5" providerId="ADAL" clId="{3510D0DE-C047-4EB6-893F-46289DC7135C}" dt="2025-02-09T10:36:41.321" v="903" actId="207"/>
          <ac:spMkLst>
            <pc:docMk/>
            <pc:sldMk cId="2496888661" sldId="303"/>
            <ac:spMk id="5" creationId="{8566B663-0958-BB39-EABF-A5949D329448}"/>
          </ac:spMkLst>
        </pc:spChg>
        <pc:spChg chg="del">
          <ac:chgData name="Shabab Akhter" userId="fdc8c297-54c2-42be-9968-184f4d0e9af5" providerId="ADAL" clId="{3510D0DE-C047-4EB6-893F-46289DC7135C}" dt="2025-02-09T10:36:12.360" v="891" actId="478"/>
          <ac:spMkLst>
            <pc:docMk/>
            <pc:sldMk cId="2496888661" sldId="303"/>
            <ac:spMk id="8" creationId="{60A914B0-833F-4EF8-E521-41F11BF0548A}"/>
          </ac:spMkLst>
        </pc:spChg>
        <pc:spChg chg="mod">
          <ac:chgData name="Shabab Akhter" userId="fdc8c297-54c2-42be-9968-184f4d0e9af5" providerId="ADAL" clId="{3510D0DE-C047-4EB6-893F-46289DC7135C}" dt="2025-02-09T10:36:08.801" v="890" actId="20577"/>
          <ac:spMkLst>
            <pc:docMk/>
            <pc:sldMk cId="2496888661" sldId="303"/>
            <ac:spMk id="160" creationId="{6B5E2459-9D34-EB6A-B823-7126164D8AB8}"/>
          </ac:spMkLst>
        </pc:spChg>
        <pc:picChg chg="add mod">
          <ac:chgData name="Shabab Akhter" userId="fdc8c297-54c2-42be-9968-184f4d0e9af5" providerId="ADAL" clId="{3510D0DE-C047-4EB6-893F-46289DC7135C}" dt="2025-02-09T10:36:36.237" v="902" actId="1076"/>
          <ac:picMkLst>
            <pc:docMk/>
            <pc:sldMk cId="2496888661" sldId="303"/>
            <ac:picMk id="4" creationId="{19ED02A2-6A0C-21ED-7EE7-51377FA1C1B4}"/>
          </ac:picMkLst>
        </pc:picChg>
        <pc:picChg chg="del">
          <ac:chgData name="Shabab Akhter" userId="fdc8c297-54c2-42be-9968-184f4d0e9af5" providerId="ADAL" clId="{3510D0DE-C047-4EB6-893F-46289DC7135C}" dt="2025-02-09T10:36:25.787" v="897" actId="478"/>
          <ac:picMkLst>
            <pc:docMk/>
            <pc:sldMk cId="2496888661" sldId="303"/>
            <ac:picMk id="9" creationId="{3BEB67F5-5448-6B3F-11C5-B0F978B6AC3F}"/>
          </ac:picMkLst>
        </pc:picChg>
      </pc:sldChg>
      <pc:sldChg chg="addSp delSp modSp add mod">
        <pc:chgData name="Shabab Akhter" userId="fdc8c297-54c2-42be-9968-184f4d0e9af5" providerId="ADAL" clId="{3510D0DE-C047-4EB6-893F-46289DC7135C}" dt="2025-02-09T10:42:46.626" v="1399" actId="1035"/>
        <pc:sldMkLst>
          <pc:docMk/>
          <pc:sldMk cId="1116675659" sldId="304"/>
        </pc:sldMkLst>
        <pc:spChg chg="del">
          <ac:chgData name="Shabab Akhter" userId="fdc8c297-54c2-42be-9968-184f4d0e9af5" providerId="ADAL" clId="{3510D0DE-C047-4EB6-893F-46289DC7135C}" dt="2025-02-09T10:37:25.636" v="916" actId="478"/>
          <ac:spMkLst>
            <pc:docMk/>
            <pc:sldMk cId="1116675659" sldId="304"/>
            <ac:spMk id="5" creationId="{71EE8F31-C016-EDEC-3426-35013B7BA232}"/>
          </ac:spMkLst>
        </pc:spChg>
        <pc:spChg chg="add mod">
          <ac:chgData name="Shabab Akhter" userId="fdc8c297-54c2-42be-9968-184f4d0e9af5" providerId="ADAL" clId="{3510D0DE-C047-4EB6-893F-46289DC7135C}" dt="2025-02-09T10:42:46.626" v="1399" actId="1035"/>
          <ac:spMkLst>
            <pc:docMk/>
            <pc:sldMk cId="1116675659" sldId="304"/>
            <ac:spMk id="8" creationId="{3288AE3A-8D9E-1E7A-7787-D00B152D7AD8}"/>
          </ac:spMkLst>
        </pc:spChg>
        <pc:spChg chg="mod">
          <ac:chgData name="Shabab Akhter" userId="fdc8c297-54c2-42be-9968-184f4d0e9af5" providerId="ADAL" clId="{3510D0DE-C047-4EB6-893F-46289DC7135C}" dt="2025-02-09T10:37:30.690" v="922" actId="20577"/>
          <ac:spMkLst>
            <pc:docMk/>
            <pc:sldMk cId="1116675659" sldId="304"/>
            <ac:spMk id="160" creationId="{4E3E9EB6-471B-887A-9CEC-3536314A648F}"/>
          </ac:spMkLst>
        </pc:spChg>
        <pc:picChg chg="del">
          <ac:chgData name="Shabab Akhter" userId="fdc8c297-54c2-42be-9968-184f4d0e9af5" providerId="ADAL" clId="{3510D0DE-C047-4EB6-893F-46289DC7135C}" dt="2025-02-09T10:37:24.248" v="915" actId="478"/>
          <ac:picMkLst>
            <pc:docMk/>
            <pc:sldMk cId="1116675659" sldId="304"/>
            <ac:picMk id="4" creationId="{09ADC6E0-74FB-FBD6-7528-B488A60B58D1}"/>
          </ac:picMkLst>
        </pc:picChg>
        <pc:picChg chg="add mod">
          <ac:chgData name="Shabab Akhter" userId="fdc8c297-54c2-42be-9968-184f4d0e9af5" providerId="ADAL" clId="{3510D0DE-C047-4EB6-893F-46289DC7135C}" dt="2025-02-09T10:42:43.961" v="1395" actId="1076"/>
          <ac:picMkLst>
            <pc:docMk/>
            <pc:sldMk cId="1116675659" sldId="304"/>
            <ac:picMk id="7" creationId="{D6922E51-B26D-F4D3-99A4-234DAE553A78}"/>
          </ac:picMkLst>
        </pc:picChg>
      </pc:sldChg>
      <pc:sldChg chg="addSp delSp modSp add mod">
        <pc:chgData name="Shabab Akhter" userId="fdc8c297-54c2-42be-9968-184f4d0e9af5" providerId="ADAL" clId="{3510D0DE-C047-4EB6-893F-46289DC7135C}" dt="2025-02-09T10:43:27.913" v="1543" actId="1076"/>
        <pc:sldMkLst>
          <pc:docMk/>
          <pc:sldMk cId="1383849327" sldId="305"/>
        </pc:sldMkLst>
        <pc:spChg chg="mod">
          <ac:chgData name="Shabab Akhter" userId="fdc8c297-54c2-42be-9968-184f4d0e9af5" providerId="ADAL" clId="{3510D0DE-C047-4EB6-893F-46289DC7135C}" dt="2025-02-09T10:43:27.913" v="1543" actId="1076"/>
          <ac:spMkLst>
            <pc:docMk/>
            <pc:sldMk cId="1383849327" sldId="305"/>
            <ac:spMk id="8" creationId="{44B5E5B1-E462-D5F6-E8E2-5D8E4DCF9C28}"/>
          </ac:spMkLst>
        </pc:spChg>
        <pc:spChg chg="mod">
          <ac:chgData name="Shabab Akhter" userId="fdc8c297-54c2-42be-9968-184f4d0e9af5" providerId="ADAL" clId="{3510D0DE-C047-4EB6-893F-46289DC7135C}" dt="2025-02-09T10:41:14.295" v="1238" actId="20577"/>
          <ac:spMkLst>
            <pc:docMk/>
            <pc:sldMk cId="1383849327" sldId="305"/>
            <ac:spMk id="160" creationId="{ABCF1D73-5D98-4852-DEE1-B09FD56171CF}"/>
          </ac:spMkLst>
        </pc:spChg>
        <pc:picChg chg="add mod">
          <ac:chgData name="Shabab Akhter" userId="fdc8c297-54c2-42be-9968-184f4d0e9af5" providerId="ADAL" clId="{3510D0DE-C047-4EB6-893F-46289DC7135C}" dt="2025-02-09T10:42:03.039" v="1248" actId="1076"/>
          <ac:picMkLst>
            <pc:docMk/>
            <pc:sldMk cId="1383849327" sldId="305"/>
            <ac:picMk id="5" creationId="{CDFB984A-BB91-C525-4507-137114805FB4}"/>
          </ac:picMkLst>
        </pc:picChg>
        <pc:picChg chg="del">
          <ac:chgData name="Shabab Akhter" userId="fdc8c297-54c2-42be-9968-184f4d0e9af5" providerId="ADAL" clId="{3510D0DE-C047-4EB6-893F-46289DC7135C}" dt="2025-02-09T10:41:17.204" v="1239" actId="478"/>
          <ac:picMkLst>
            <pc:docMk/>
            <pc:sldMk cId="1383849327" sldId="305"/>
            <ac:picMk id="7" creationId="{BD65E43E-08D4-46E3-344B-8168DFD023B8}"/>
          </ac:picMkLst>
        </pc:picChg>
      </pc:sldChg>
      <pc:sldChg chg="add">
        <pc:chgData name="Shabab Akhter" userId="fdc8c297-54c2-42be-9968-184f4d0e9af5" providerId="ADAL" clId="{3510D0DE-C047-4EB6-893F-46289DC7135C}" dt="2025-02-09T10:43:33.561" v="1544" actId="2890"/>
        <pc:sldMkLst>
          <pc:docMk/>
          <pc:sldMk cId="398915541" sldId="306"/>
        </pc:sldMkLst>
      </pc:sldChg>
      <pc:sldChg chg="addSp delSp modSp add mod">
        <pc:chgData name="Shabab Akhter" userId="fdc8c297-54c2-42be-9968-184f4d0e9af5" providerId="ADAL" clId="{3510D0DE-C047-4EB6-893F-46289DC7135C}" dt="2025-02-09T10:46:25.707" v="1927" actId="113"/>
        <pc:sldMkLst>
          <pc:docMk/>
          <pc:sldMk cId="3074774009" sldId="307"/>
        </pc:sldMkLst>
        <pc:spChg chg="add mod">
          <ac:chgData name="Shabab Akhter" userId="fdc8c297-54c2-42be-9968-184f4d0e9af5" providerId="ADAL" clId="{3510D0DE-C047-4EB6-893F-46289DC7135C}" dt="2025-02-09T10:46:25.707" v="1927" actId="113"/>
          <ac:spMkLst>
            <pc:docMk/>
            <pc:sldMk cId="3074774009" sldId="307"/>
            <ac:spMk id="7" creationId="{32FC4781-F620-FE58-7B1F-652EF295CA95}"/>
          </ac:spMkLst>
        </pc:spChg>
        <pc:spChg chg="mod">
          <ac:chgData name="Shabab Akhter" userId="fdc8c297-54c2-42be-9968-184f4d0e9af5" providerId="ADAL" clId="{3510D0DE-C047-4EB6-893F-46289DC7135C}" dt="2025-02-09T10:45:59.911" v="1838" actId="1076"/>
          <ac:spMkLst>
            <pc:docMk/>
            <pc:sldMk cId="3074774009" sldId="307"/>
            <ac:spMk id="8" creationId="{85E41856-6132-49BA-ACB8-3B1B0E2D9CFF}"/>
          </ac:spMkLst>
        </pc:spChg>
        <pc:spChg chg="mod">
          <ac:chgData name="Shabab Akhter" userId="fdc8c297-54c2-42be-9968-184f4d0e9af5" providerId="ADAL" clId="{3510D0DE-C047-4EB6-893F-46289DC7135C}" dt="2025-02-09T10:44:55.282" v="1572" actId="20577"/>
          <ac:spMkLst>
            <pc:docMk/>
            <pc:sldMk cId="3074774009" sldId="307"/>
            <ac:spMk id="160" creationId="{8F39FC27-F443-7A8E-15BD-8D311A510F1F}"/>
          </ac:spMkLst>
        </pc:spChg>
        <pc:picChg chg="del">
          <ac:chgData name="Shabab Akhter" userId="fdc8c297-54c2-42be-9968-184f4d0e9af5" providerId="ADAL" clId="{3510D0DE-C047-4EB6-893F-46289DC7135C}" dt="2025-02-09T10:44:44.770" v="1546" actId="478"/>
          <ac:picMkLst>
            <pc:docMk/>
            <pc:sldMk cId="3074774009" sldId="307"/>
            <ac:picMk id="5" creationId="{50CBDD75-B63F-C4B0-8474-651FDECE7EB4}"/>
          </ac:picMkLst>
        </pc:picChg>
        <pc:picChg chg="add mod">
          <ac:chgData name="Shabab Akhter" userId="fdc8c297-54c2-42be-9968-184f4d0e9af5" providerId="ADAL" clId="{3510D0DE-C047-4EB6-893F-46289DC7135C}" dt="2025-02-09T10:44:49.632" v="1550" actId="1076"/>
          <ac:picMkLst>
            <pc:docMk/>
            <pc:sldMk cId="3074774009" sldId="307"/>
            <ac:picMk id="6" creationId="{7830A8CB-8B8B-D297-EE44-6F2F5CC59C2A}"/>
          </ac:picMkLst>
        </pc:picChg>
      </pc:sldChg>
      <pc:sldChg chg="addSp delSp modSp add mod">
        <pc:chgData name="Shabab Akhter" userId="fdc8c297-54c2-42be-9968-184f4d0e9af5" providerId="ADAL" clId="{3510D0DE-C047-4EB6-893F-46289DC7135C}" dt="2025-02-09T10:52:47.224" v="2530" actId="1076"/>
        <pc:sldMkLst>
          <pc:docMk/>
          <pc:sldMk cId="4094111629" sldId="308"/>
        </pc:sldMkLst>
        <pc:spChg chg="del">
          <ac:chgData name="Shabab Akhter" userId="fdc8c297-54c2-42be-9968-184f4d0e9af5" providerId="ADAL" clId="{3510D0DE-C047-4EB6-893F-46289DC7135C}" dt="2025-02-09T10:51:34.737" v="2279" actId="478"/>
          <ac:spMkLst>
            <pc:docMk/>
            <pc:sldMk cId="4094111629" sldId="308"/>
            <ac:spMk id="7" creationId="{6FD2893B-8C5B-7B10-38C6-5AEACF7DD5D8}"/>
          </ac:spMkLst>
        </pc:spChg>
        <pc:spChg chg="mod">
          <ac:chgData name="Shabab Akhter" userId="fdc8c297-54c2-42be-9968-184f4d0e9af5" providerId="ADAL" clId="{3510D0DE-C047-4EB6-893F-46289DC7135C}" dt="2025-02-09T10:52:47.224" v="2530" actId="1076"/>
          <ac:spMkLst>
            <pc:docMk/>
            <pc:sldMk cId="4094111629" sldId="308"/>
            <ac:spMk id="8" creationId="{7C70D5C7-CEA8-48B7-B286-A4A146DAAAE1}"/>
          </ac:spMkLst>
        </pc:spChg>
        <pc:spChg chg="mod">
          <ac:chgData name="Shabab Akhter" userId="fdc8c297-54c2-42be-9968-184f4d0e9af5" providerId="ADAL" clId="{3510D0DE-C047-4EB6-893F-46289DC7135C}" dt="2025-02-09T10:46:46.706" v="1960" actId="20577"/>
          <ac:spMkLst>
            <pc:docMk/>
            <pc:sldMk cId="4094111629" sldId="308"/>
            <ac:spMk id="160" creationId="{57441EC6-EEC7-84E3-D548-6D53E4653CAA}"/>
          </ac:spMkLst>
        </pc:spChg>
        <pc:picChg chg="add mod">
          <ac:chgData name="Shabab Akhter" userId="fdc8c297-54c2-42be-9968-184f4d0e9af5" providerId="ADAL" clId="{3510D0DE-C047-4EB6-893F-46289DC7135C}" dt="2025-02-09T10:52:47.224" v="2530" actId="1076"/>
          <ac:picMkLst>
            <pc:docMk/>
            <pc:sldMk cId="4094111629" sldId="308"/>
            <ac:picMk id="5" creationId="{F91D4EF9-1259-366A-1F3E-F4ABAD85EEFD}"/>
          </ac:picMkLst>
        </pc:picChg>
        <pc:picChg chg="del">
          <ac:chgData name="Shabab Akhter" userId="fdc8c297-54c2-42be-9968-184f4d0e9af5" providerId="ADAL" clId="{3510D0DE-C047-4EB6-893F-46289DC7135C}" dt="2025-02-09T10:46:48.933" v="1961" actId="478"/>
          <ac:picMkLst>
            <pc:docMk/>
            <pc:sldMk cId="4094111629" sldId="308"/>
            <ac:picMk id="6" creationId="{6BB4C8DB-C3D0-36A0-BD5A-69F20351801D}"/>
          </ac:picMkLst>
        </pc:picChg>
      </pc:sldChg>
      <pc:sldChg chg="addSp delSp modSp add mod">
        <pc:chgData name="Shabab Akhter" userId="fdc8c297-54c2-42be-9968-184f4d0e9af5" providerId="ADAL" clId="{3510D0DE-C047-4EB6-893F-46289DC7135C}" dt="2025-02-09T10:50:24.963" v="2275" actId="1076"/>
        <pc:sldMkLst>
          <pc:docMk/>
          <pc:sldMk cId="1953636976" sldId="309"/>
        </pc:sldMkLst>
        <pc:spChg chg="mod">
          <ac:chgData name="Shabab Akhter" userId="fdc8c297-54c2-42be-9968-184f4d0e9af5" providerId="ADAL" clId="{3510D0DE-C047-4EB6-893F-46289DC7135C}" dt="2025-02-09T10:50:24.963" v="2275" actId="1076"/>
          <ac:spMkLst>
            <pc:docMk/>
            <pc:sldMk cId="1953636976" sldId="309"/>
            <ac:spMk id="5" creationId="{634AF881-1AE1-6E55-B453-237841D513F2}"/>
          </ac:spMkLst>
        </pc:spChg>
        <pc:picChg chg="del">
          <ac:chgData name="Shabab Akhter" userId="fdc8c297-54c2-42be-9968-184f4d0e9af5" providerId="ADAL" clId="{3510D0DE-C047-4EB6-893F-46289DC7135C}" dt="2025-02-09T10:48:56.053" v="1963" actId="478"/>
          <ac:picMkLst>
            <pc:docMk/>
            <pc:sldMk cId="1953636976" sldId="309"/>
            <ac:picMk id="4" creationId="{48C40CE8-2A4C-282E-A5F9-37C797DD3FB6}"/>
          </ac:picMkLst>
        </pc:picChg>
        <pc:picChg chg="add mod">
          <ac:chgData name="Shabab Akhter" userId="fdc8c297-54c2-42be-9968-184f4d0e9af5" providerId="ADAL" clId="{3510D0DE-C047-4EB6-893F-46289DC7135C}" dt="2025-02-09T10:48:59.418" v="1965" actId="1076"/>
          <ac:picMkLst>
            <pc:docMk/>
            <pc:sldMk cId="1953636976" sldId="309"/>
            <ac:picMk id="7" creationId="{61879FB8-BEDD-84D7-E0F9-CAE809F86761}"/>
          </ac:picMkLst>
        </pc:picChg>
      </pc:sldChg>
      <pc:sldChg chg="addSp delSp modSp add mod">
        <pc:chgData name="Shabab Akhter" userId="fdc8c297-54c2-42be-9968-184f4d0e9af5" providerId="ADAL" clId="{3510D0DE-C047-4EB6-893F-46289DC7135C}" dt="2025-02-09T10:56:00.985" v="2744" actId="1076"/>
        <pc:sldMkLst>
          <pc:docMk/>
          <pc:sldMk cId="271828168" sldId="310"/>
        </pc:sldMkLst>
        <pc:spChg chg="mod">
          <ac:chgData name="Shabab Akhter" userId="fdc8c297-54c2-42be-9968-184f4d0e9af5" providerId="ADAL" clId="{3510D0DE-C047-4EB6-893F-46289DC7135C}" dt="2025-02-09T10:55:18.003" v="2649" actId="1076"/>
          <ac:spMkLst>
            <pc:docMk/>
            <pc:sldMk cId="271828168" sldId="310"/>
            <ac:spMk id="8" creationId="{F41DFF9F-E5C9-97D0-DF44-776B0E2BDECC}"/>
          </ac:spMkLst>
        </pc:spChg>
        <pc:spChg chg="add mod">
          <ac:chgData name="Shabab Akhter" userId="fdc8c297-54c2-42be-9968-184f4d0e9af5" providerId="ADAL" clId="{3510D0DE-C047-4EB6-893F-46289DC7135C}" dt="2025-02-09T10:56:00.985" v="2744" actId="1076"/>
          <ac:spMkLst>
            <pc:docMk/>
            <pc:sldMk cId="271828168" sldId="310"/>
            <ac:spMk id="10" creationId="{1F422CF6-0ED6-C545-E770-E2A876F4266D}"/>
          </ac:spMkLst>
        </pc:spChg>
        <pc:picChg chg="del">
          <ac:chgData name="Shabab Akhter" userId="fdc8c297-54c2-42be-9968-184f4d0e9af5" providerId="ADAL" clId="{3510D0DE-C047-4EB6-893F-46289DC7135C}" dt="2025-02-09T10:53:54.946" v="2532" actId="478"/>
          <ac:picMkLst>
            <pc:docMk/>
            <pc:sldMk cId="271828168" sldId="310"/>
            <ac:picMk id="5" creationId="{41669A42-7334-36A5-5ECB-5DACB06F7D0D}"/>
          </ac:picMkLst>
        </pc:picChg>
        <pc:picChg chg="add mod">
          <ac:chgData name="Shabab Akhter" userId="fdc8c297-54c2-42be-9968-184f4d0e9af5" providerId="ADAL" clId="{3510D0DE-C047-4EB6-893F-46289DC7135C}" dt="2025-02-09T10:55:15.956" v="2648" actId="1076"/>
          <ac:picMkLst>
            <pc:docMk/>
            <pc:sldMk cId="271828168" sldId="310"/>
            <ac:picMk id="6" creationId="{D491B866-099B-563E-2E57-CF5FE019CAF3}"/>
          </ac:picMkLst>
        </pc:picChg>
        <pc:picChg chg="add mod">
          <ac:chgData name="Shabab Akhter" userId="fdc8c297-54c2-42be-9968-184f4d0e9af5" providerId="ADAL" clId="{3510D0DE-C047-4EB6-893F-46289DC7135C}" dt="2025-02-09T10:55:27.219" v="2655" actId="1076"/>
          <ac:picMkLst>
            <pc:docMk/>
            <pc:sldMk cId="271828168" sldId="310"/>
            <ac:picMk id="9" creationId="{96D8A135-922D-8487-7E13-8950D5544EA4}"/>
          </ac:picMkLst>
        </pc:picChg>
      </pc:sldChg>
      <pc:sldChg chg="addSp delSp modSp add mod ord">
        <pc:chgData name="Shabab Akhter" userId="fdc8c297-54c2-42be-9968-184f4d0e9af5" providerId="ADAL" clId="{3510D0DE-C047-4EB6-893F-46289DC7135C}" dt="2025-02-09T10:57:40.140" v="3067" actId="1076"/>
        <pc:sldMkLst>
          <pc:docMk/>
          <pc:sldMk cId="3485782245" sldId="311"/>
        </pc:sldMkLst>
        <pc:spChg chg="mod">
          <ac:chgData name="Shabab Akhter" userId="fdc8c297-54c2-42be-9968-184f4d0e9af5" providerId="ADAL" clId="{3510D0DE-C047-4EB6-893F-46289DC7135C}" dt="2025-02-09T10:57:40.140" v="3067" actId="1076"/>
          <ac:spMkLst>
            <pc:docMk/>
            <pc:sldMk cId="3485782245" sldId="311"/>
            <ac:spMk id="8" creationId="{9C72B268-6E5B-FF4E-3AC3-8B4EEEB35F4A}"/>
          </ac:spMkLst>
        </pc:spChg>
        <pc:spChg chg="mod">
          <ac:chgData name="Shabab Akhter" userId="fdc8c297-54c2-42be-9968-184f4d0e9af5" providerId="ADAL" clId="{3510D0DE-C047-4EB6-893F-46289DC7135C}" dt="2025-02-09T10:56:31.075" v="2807" actId="20577"/>
          <ac:spMkLst>
            <pc:docMk/>
            <pc:sldMk cId="3485782245" sldId="311"/>
            <ac:spMk id="160" creationId="{FCC21582-E6FF-F9C1-1D6B-F8657F2AE481}"/>
          </ac:spMkLst>
        </pc:spChg>
        <pc:picChg chg="add mod">
          <ac:chgData name="Shabab Akhter" userId="fdc8c297-54c2-42be-9968-184f4d0e9af5" providerId="ADAL" clId="{3510D0DE-C047-4EB6-893F-46289DC7135C}" dt="2025-02-09T10:57:40.140" v="3067" actId="1076"/>
          <ac:picMkLst>
            <pc:docMk/>
            <pc:sldMk cId="3485782245" sldId="311"/>
            <ac:picMk id="4" creationId="{31136111-ACFC-C7E4-AD01-43D20729EB77}"/>
          </ac:picMkLst>
        </pc:picChg>
        <pc:picChg chg="del">
          <ac:chgData name="Shabab Akhter" userId="fdc8c297-54c2-42be-9968-184f4d0e9af5" providerId="ADAL" clId="{3510D0DE-C047-4EB6-893F-46289DC7135C}" dt="2025-02-09T10:56:32.870" v="2808" actId="478"/>
          <ac:picMkLst>
            <pc:docMk/>
            <pc:sldMk cId="3485782245" sldId="311"/>
            <ac:picMk id="5" creationId="{CFE6586A-B914-B0DD-B429-5B0F4AF9475D}"/>
          </ac:picMkLst>
        </pc:picChg>
      </pc:sldChg>
      <pc:sldChg chg="addSp delSp modSp add mod">
        <pc:chgData name="Shabab Akhter" userId="fdc8c297-54c2-42be-9968-184f4d0e9af5" providerId="ADAL" clId="{3510D0DE-C047-4EB6-893F-46289DC7135C}" dt="2025-02-09T11:17:49.943" v="3148" actId="1076"/>
        <pc:sldMkLst>
          <pc:docMk/>
          <pc:sldMk cId="3957186883" sldId="312"/>
        </pc:sldMkLst>
        <pc:spChg chg="del">
          <ac:chgData name="Shabab Akhter" userId="fdc8c297-54c2-42be-9968-184f4d0e9af5" providerId="ADAL" clId="{3510D0DE-C047-4EB6-893F-46289DC7135C}" dt="2025-02-09T10:57:53.379" v="3071" actId="478"/>
          <ac:spMkLst>
            <pc:docMk/>
            <pc:sldMk cId="3957186883" sldId="312"/>
            <ac:spMk id="8" creationId="{E3872384-2C69-C24F-F995-7597E147F20E}"/>
          </ac:spMkLst>
        </pc:spChg>
        <pc:spChg chg="mod">
          <ac:chgData name="Shabab Akhter" userId="fdc8c297-54c2-42be-9968-184f4d0e9af5" providerId="ADAL" clId="{3510D0DE-C047-4EB6-893F-46289DC7135C}" dt="2025-02-09T10:58:10.372" v="3146" actId="20577"/>
          <ac:spMkLst>
            <pc:docMk/>
            <pc:sldMk cId="3957186883" sldId="312"/>
            <ac:spMk id="160" creationId="{7F0C3D51-0A03-D7B3-7A79-62E6D5F574E8}"/>
          </ac:spMkLst>
        </pc:spChg>
        <pc:picChg chg="del">
          <ac:chgData name="Shabab Akhter" userId="fdc8c297-54c2-42be-9968-184f4d0e9af5" providerId="ADAL" clId="{3510D0DE-C047-4EB6-893F-46289DC7135C}" dt="2025-02-09T10:57:52.117" v="3070" actId="478"/>
          <ac:picMkLst>
            <pc:docMk/>
            <pc:sldMk cId="3957186883" sldId="312"/>
            <ac:picMk id="4" creationId="{5280D220-9A56-1080-CE8D-C7C3C53D2667}"/>
          </ac:picMkLst>
        </pc:picChg>
        <pc:picChg chg="add mod">
          <ac:chgData name="Shabab Akhter" userId="fdc8c297-54c2-42be-9968-184f4d0e9af5" providerId="ADAL" clId="{3510D0DE-C047-4EB6-893F-46289DC7135C}" dt="2025-02-09T11:17:49.943" v="3148" actId="1076"/>
          <ac:picMkLst>
            <pc:docMk/>
            <pc:sldMk cId="3957186883" sldId="312"/>
            <ac:picMk id="6" creationId="{A990B1D2-3EC2-7EB8-2FAC-EA000A8E6F7A}"/>
          </ac:picMkLst>
        </pc:picChg>
      </pc:sldChg>
      <pc:sldChg chg="modSp add mod">
        <pc:chgData name="Shabab Akhter" userId="fdc8c297-54c2-42be-9968-184f4d0e9af5" providerId="ADAL" clId="{3510D0DE-C047-4EB6-893F-46289DC7135C}" dt="2025-02-09T11:18:22.440" v="3152" actId="207"/>
        <pc:sldMkLst>
          <pc:docMk/>
          <pc:sldMk cId="1609108911" sldId="313"/>
        </pc:sldMkLst>
        <pc:spChg chg="mod">
          <ac:chgData name="Shabab Akhter" userId="fdc8c297-54c2-42be-9968-184f4d0e9af5" providerId="ADAL" clId="{3510D0DE-C047-4EB6-893F-46289DC7135C}" dt="2025-02-09T11:18:22.440" v="3152" actId="207"/>
          <ac:spMkLst>
            <pc:docMk/>
            <pc:sldMk cId="1609108911" sldId="313"/>
            <ac:spMk id="110" creationId="{DB65825A-61B9-6C82-0E9A-6264F75D0357}"/>
          </ac:spMkLst>
        </pc:spChg>
      </pc:sldChg>
      <pc:sldChg chg="addSp delSp modSp add mod ord">
        <pc:chgData name="Shabab Akhter" userId="fdc8c297-54c2-42be-9968-184f4d0e9af5" providerId="ADAL" clId="{3510D0DE-C047-4EB6-893F-46289DC7135C}" dt="2025-02-09T11:19:17.247" v="3196" actId="20577"/>
        <pc:sldMkLst>
          <pc:docMk/>
          <pc:sldMk cId="1441973654" sldId="314"/>
        </pc:sldMkLst>
        <pc:spChg chg="add mod">
          <ac:chgData name="Shabab Akhter" userId="fdc8c297-54c2-42be-9968-184f4d0e9af5" providerId="ADAL" clId="{3510D0DE-C047-4EB6-893F-46289DC7135C}" dt="2025-02-09T11:18:53.678" v="3163" actId="1076"/>
          <ac:spMkLst>
            <pc:docMk/>
            <pc:sldMk cId="1441973654" sldId="314"/>
            <ac:spMk id="4" creationId="{080E00AA-8F01-1FC2-77F9-68F8E68BEEE1}"/>
          </ac:spMkLst>
        </pc:spChg>
        <pc:spChg chg="mod">
          <ac:chgData name="Shabab Akhter" userId="fdc8c297-54c2-42be-9968-184f4d0e9af5" providerId="ADAL" clId="{3510D0DE-C047-4EB6-893F-46289DC7135C}" dt="2025-02-09T11:19:17.247" v="3196" actId="20577"/>
          <ac:spMkLst>
            <pc:docMk/>
            <pc:sldMk cId="1441973654" sldId="314"/>
            <ac:spMk id="160" creationId="{710A1342-1714-EC63-2135-244BEF453636}"/>
          </ac:spMkLst>
        </pc:spChg>
        <pc:picChg chg="add mod">
          <ac:chgData name="Shabab Akhter" userId="fdc8c297-54c2-42be-9968-184f4d0e9af5" providerId="ADAL" clId="{3510D0DE-C047-4EB6-893F-46289DC7135C}" dt="2025-02-09T11:18:53.678" v="3163" actId="1076"/>
          <ac:picMkLst>
            <pc:docMk/>
            <pc:sldMk cId="1441973654" sldId="314"/>
            <ac:picMk id="5" creationId="{207C37DF-7A47-29EC-5E72-BCF1E62E0199}"/>
          </ac:picMkLst>
        </pc:picChg>
        <pc:picChg chg="del">
          <ac:chgData name="Shabab Akhter" userId="fdc8c297-54c2-42be-9968-184f4d0e9af5" providerId="ADAL" clId="{3510D0DE-C047-4EB6-893F-46289DC7135C}" dt="2025-02-09T11:18:40.604" v="3158" actId="478"/>
          <ac:picMkLst>
            <pc:docMk/>
            <pc:sldMk cId="1441973654" sldId="314"/>
            <ac:picMk id="6" creationId="{26489943-45D2-FCA5-69B6-C6505F93CE7B}"/>
          </ac:picMkLst>
        </pc:picChg>
      </pc:sldChg>
      <pc:sldChg chg="addSp delSp modSp add mod">
        <pc:chgData name="Shabab Akhter" userId="fdc8c297-54c2-42be-9968-184f4d0e9af5" providerId="ADAL" clId="{3510D0DE-C047-4EB6-893F-46289DC7135C}" dt="2025-02-09T11:20:03.016" v="3241" actId="1076"/>
        <pc:sldMkLst>
          <pc:docMk/>
          <pc:sldMk cId="168564128" sldId="315"/>
        </pc:sldMkLst>
        <pc:spChg chg="del">
          <ac:chgData name="Shabab Akhter" userId="fdc8c297-54c2-42be-9968-184f4d0e9af5" providerId="ADAL" clId="{3510D0DE-C047-4EB6-893F-46289DC7135C}" dt="2025-02-09T11:19:33.674" v="3237" actId="478"/>
          <ac:spMkLst>
            <pc:docMk/>
            <pc:sldMk cId="168564128" sldId="315"/>
            <ac:spMk id="4" creationId="{33FA1B22-2B36-7B7E-673D-C3BECD299B80}"/>
          </ac:spMkLst>
        </pc:spChg>
        <pc:spChg chg="add del mod">
          <ac:chgData name="Shabab Akhter" userId="fdc8c297-54c2-42be-9968-184f4d0e9af5" providerId="ADAL" clId="{3510D0DE-C047-4EB6-893F-46289DC7135C}" dt="2025-02-09T11:19:57.869" v="3238" actId="478"/>
          <ac:spMkLst>
            <pc:docMk/>
            <pc:sldMk cId="168564128" sldId="315"/>
            <ac:spMk id="7" creationId="{F9C79DBE-9BB6-D082-FB6E-FEA4DEE5E99D}"/>
          </ac:spMkLst>
        </pc:spChg>
        <pc:spChg chg="mod">
          <ac:chgData name="Shabab Akhter" userId="fdc8c297-54c2-42be-9968-184f4d0e9af5" providerId="ADAL" clId="{3510D0DE-C047-4EB6-893F-46289DC7135C}" dt="2025-02-09T11:19:30.665" v="3235" actId="20577"/>
          <ac:spMkLst>
            <pc:docMk/>
            <pc:sldMk cId="168564128" sldId="315"/>
            <ac:spMk id="160" creationId="{52B4008D-EAED-9BD7-FF69-5AB4760C7906}"/>
          </ac:spMkLst>
        </pc:spChg>
        <pc:picChg chg="del">
          <ac:chgData name="Shabab Akhter" userId="fdc8c297-54c2-42be-9968-184f4d0e9af5" providerId="ADAL" clId="{3510D0DE-C047-4EB6-893F-46289DC7135C}" dt="2025-02-09T11:19:32.552" v="3236" actId="478"/>
          <ac:picMkLst>
            <pc:docMk/>
            <pc:sldMk cId="168564128" sldId="315"/>
            <ac:picMk id="5" creationId="{ED5C4C46-8CCE-E616-7953-89DC5E1A0AA1}"/>
          </ac:picMkLst>
        </pc:picChg>
        <pc:picChg chg="add mod">
          <ac:chgData name="Shabab Akhter" userId="fdc8c297-54c2-42be-9968-184f4d0e9af5" providerId="ADAL" clId="{3510D0DE-C047-4EB6-893F-46289DC7135C}" dt="2025-02-09T11:20:03.016" v="3241" actId="1076"/>
          <ac:picMkLst>
            <pc:docMk/>
            <pc:sldMk cId="168564128" sldId="315"/>
            <ac:picMk id="1026" creationId="{D46E34DE-0A26-8478-1E9A-7D76098678C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22db088abc_0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g322db088abc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22db088abc_0_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0665C5E-2016-789A-36CB-0C70219B5511}"/>
            </a:ext>
          </a:extLst>
        </p:cNvPr>
        <p:cNvGrpSpPr/>
        <p:nvPr/>
      </p:nvGrpSpPr>
      <p:grpSpPr>
        <a:xfrm>
          <a:off x="0" y="0"/>
          <a:ext cx="0" cy="0"/>
          <a:chOff x="0" y="0"/>
          <a:chExt cx="0" cy="0"/>
        </a:xfrm>
      </p:grpSpPr>
      <p:sp>
        <p:nvSpPr>
          <p:cNvPr id="105" name="Google Shape;105;g322db088abc_0_103:notes">
            <a:extLst>
              <a:ext uri="{FF2B5EF4-FFF2-40B4-BE49-F238E27FC236}">
                <a16:creationId xmlns:a16="http://schemas.microsoft.com/office/drawing/2014/main" id="{6C6EB207-0F60-4324-8B9F-9610A4F489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g322db088abc_0_103:notes">
            <a:extLst>
              <a:ext uri="{FF2B5EF4-FFF2-40B4-BE49-F238E27FC236}">
                <a16:creationId xmlns:a16="http://schemas.microsoft.com/office/drawing/2014/main" id="{58B6B6C5-ABB6-7FB4-37C1-2A8B8F330E5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22db088abc_0_103:notes">
            <a:extLst>
              <a:ext uri="{FF2B5EF4-FFF2-40B4-BE49-F238E27FC236}">
                <a16:creationId xmlns:a16="http://schemas.microsoft.com/office/drawing/2014/main" id="{CFEC12FF-8E8A-71AB-2DBB-4BD17B20B92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extLst>
      <p:ext uri="{BB962C8B-B14F-4D97-AF65-F5344CB8AC3E}">
        <p14:creationId xmlns:p14="http://schemas.microsoft.com/office/powerpoint/2010/main" val="3013351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22e5e20229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g322e5e20229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g322e5e20229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24a5aa45d8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24a5aa45d8_0_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g324a5aa45d8_0_7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24a5aa45d8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24a5aa45d8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324a5aa45d8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24a5aa45d8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24a5aa45d8_0_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0000"/>
              </a:lnSpc>
              <a:spcBef>
                <a:spcPts val="1000"/>
              </a:spcBef>
              <a:spcAft>
                <a:spcPts val="0"/>
              </a:spcAft>
              <a:buNone/>
            </a:pPr>
            <a:r>
              <a:rPr lang="en-US" sz="2800">
                <a:solidFill>
                  <a:srgbClr val="0000FF"/>
                </a:solidFill>
                <a:latin typeface="Calibri"/>
                <a:ea typeface="Calibri"/>
                <a:cs typeface="Calibri"/>
                <a:sym typeface="Calibri"/>
              </a:rPr>
              <a:t>Volume</a:t>
            </a:r>
            <a:r>
              <a:rPr lang="en-US" sz="2800">
                <a:latin typeface="Calibri"/>
                <a:ea typeface="Calibri"/>
                <a:cs typeface="Calibri"/>
                <a:sym typeface="Calibri"/>
              </a:rPr>
              <a:t>: The </a:t>
            </a:r>
            <a:r>
              <a:rPr lang="en-US" sz="2800" i="1">
                <a:latin typeface="Calibri"/>
                <a:ea typeface="Calibri"/>
                <a:cs typeface="Calibri"/>
                <a:sym typeface="Calibri"/>
              </a:rPr>
              <a:t>amounts</a:t>
            </a:r>
            <a:r>
              <a:rPr lang="en-US" sz="2800">
                <a:latin typeface="Calibri"/>
                <a:ea typeface="Calibri"/>
                <a:cs typeface="Calibri"/>
                <a:sym typeface="Calibri"/>
              </a:rPr>
              <a:t> of collected data are continuously increasing.</a:t>
            </a:r>
            <a:endParaRPr sz="2800"/>
          </a:p>
          <a:p>
            <a:pPr marL="0" lvl="0" indent="0" algn="l" rtl="0">
              <a:lnSpc>
                <a:spcPct val="90000"/>
              </a:lnSpc>
              <a:spcBef>
                <a:spcPts val="1000"/>
              </a:spcBef>
              <a:spcAft>
                <a:spcPts val="0"/>
              </a:spcAft>
              <a:buNone/>
            </a:pPr>
            <a:r>
              <a:rPr lang="en-US" sz="2800">
                <a:solidFill>
                  <a:srgbClr val="0000FF"/>
                </a:solidFill>
                <a:latin typeface="Calibri"/>
                <a:ea typeface="Calibri"/>
                <a:cs typeface="Calibri"/>
                <a:sym typeface="Calibri"/>
              </a:rPr>
              <a:t>Velocity</a:t>
            </a:r>
            <a:r>
              <a:rPr lang="en-US" sz="2800">
                <a:latin typeface="Calibri"/>
                <a:ea typeface="Calibri"/>
                <a:cs typeface="Calibri"/>
                <a:sym typeface="Calibri"/>
              </a:rPr>
              <a:t>: One of the most prominent features of IoT is its </a:t>
            </a:r>
            <a:r>
              <a:rPr lang="en-US" sz="2800" i="1">
                <a:latin typeface="Calibri"/>
                <a:ea typeface="Calibri"/>
                <a:cs typeface="Calibri"/>
                <a:sym typeface="Calibri"/>
              </a:rPr>
              <a:t>real-time</a:t>
            </a:r>
            <a:r>
              <a:rPr lang="en-US" sz="2800">
                <a:latin typeface="Calibri"/>
                <a:ea typeface="Calibri"/>
                <a:cs typeface="Calibri"/>
                <a:sym typeface="Calibri"/>
              </a:rPr>
              <a:t> or </a:t>
            </a:r>
            <a:r>
              <a:rPr lang="en-US" sz="2800" i="1">
                <a:latin typeface="Calibri"/>
                <a:ea typeface="Calibri"/>
                <a:cs typeface="Calibri"/>
                <a:sym typeface="Calibri"/>
              </a:rPr>
              <a:t>near real-time </a:t>
            </a:r>
            <a:r>
              <a:rPr lang="en-US" sz="2800">
                <a:latin typeface="Calibri"/>
                <a:ea typeface="Calibri"/>
                <a:cs typeface="Calibri"/>
                <a:sym typeface="Calibri"/>
              </a:rPr>
              <a:t>communication of information about the “connected things”.</a:t>
            </a:r>
            <a:endParaRPr sz="2800">
              <a:latin typeface="Calibri"/>
              <a:ea typeface="Calibri"/>
              <a:cs typeface="Calibri"/>
              <a:sym typeface="Calibri"/>
            </a:endParaRPr>
          </a:p>
          <a:p>
            <a:pPr marL="0" lvl="0" indent="0" algn="l" rtl="0">
              <a:lnSpc>
                <a:spcPct val="90000"/>
              </a:lnSpc>
              <a:spcBef>
                <a:spcPts val="1000"/>
              </a:spcBef>
              <a:spcAft>
                <a:spcPts val="0"/>
              </a:spcAft>
              <a:buClr>
                <a:schemeClr val="dk1"/>
              </a:buClr>
              <a:buSzPts val="1100"/>
              <a:buFont typeface="Arial"/>
              <a:buNone/>
            </a:pPr>
            <a:r>
              <a:rPr lang="en-US" sz="2800">
                <a:solidFill>
                  <a:srgbClr val="0000FF"/>
                </a:solidFill>
                <a:latin typeface="Calibri"/>
                <a:ea typeface="Calibri"/>
                <a:cs typeface="Calibri"/>
                <a:sym typeface="Calibri"/>
              </a:rPr>
              <a:t>Veracity</a:t>
            </a:r>
            <a:r>
              <a:rPr lang="en-US" sz="2800">
                <a:latin typeface="Calibri"/>
                <a:ea typeface="Calibri"/>
                <a:cs typeface="Calibri"/>
                <a:sym typeface="Calibri"/>
              </a:rPr>
              <a:t>: The raw data collected is often </a:t>
            </a:r>
            <a:r>
              <a:rPr lang="en-US" sz="2800" i="1">
                <a:latin typeface="Calibri"/>
                <a:ea typeface="Calibri"/>
                <a:cs typeface="Calibri"/>
                <a:sym typeface="Calibri"/>
              </a:rPr>
              <a:t>dirty</a:t>
            </a:r>
            <a:r>
              <a:rPr lang="en-US" sz="2800">
                <a:latin typeface="Calibri"/>
                <a:ea typeface="Calibri"/>
                <a:cs typeface="Calibri"/>
                <a:sym typeface="Calibri"/>
              </a:rPr>
              <a:t>, with missing values, redundancies and wrong values. Cleansing and quality enhancement may be necessary before the data is used.</a:t>
            </a:r>
            <a:endParaRPr sz="2800">
              <a:latin typeface="Calibri"/>
              <a:ea typeface="Calibri"/>
              <a:cs typeface="Calibri"/>
              <a:sym typeface="Calibri"/>
            </a:endParaRPr>
          </a:p>
          <a:p>
            <a:pPr marL="0" lvl="0" indent="0" algn="l" rtl="0">
              <a:lnSpc>
                <a:spcPct val="90000"/>
              </a:lnSpc>
              <a:spcBef>
                <a:spcPts val="1000"/>
              </a:spcBef>
              <a:spcAft>
                <a:spcPts val="0"/>
              </a:spcAft>
              <a:buClr>
                <a:schemeClr val="dk1"/>
              </a:buClr>
              <a:buSzPts val="1100"/>
              <a:buFont typeface="Arial"/>
              <a:buNone/>
            </a:pPr>
            <a:r>
              <a:rPr lang="en-US" sz="2800">
                <a:solidFill>
                  <a:srgbClr val="0000FF"/>
                </a:solidFill>
                <a:latin typeface="Calibri"/>
                <a:ea typeface="Calibri"/>
                <a:cs typeface="Calibri"/>
                <a:sym typeface="Calibri"/>
              </a:rPr>
              <a:t>Variety</a:t>
            </a:r>
            <a:r>
              <a:rPr lang="en-US" sz="2800">
                <a:latin typeface="Calibri"/>
                <a:ea typeface="Calibri"/>
                <a:cs typeface="Calibri"/>
                <a:sym typeface="Calibri"/>
              </a:rPr>
              <a:t>: Smart-X scenarios are in many cases also characterized by the </a:t>
            </a:r>
            <a:r>
              <a:rPr lang="en-US" sz="2800" i="1">
                <a:latin typeface="Calibri"/>
                <a:ea typeface="Calibri"/>
                <a:cs typeface="Calibri"/>
                <a:sym typeface="Calibri"/>
              </a:rPr>
              <a:t>variety</a:t>
            </a:r>
            <a:r>
              <a:rPr lang="en-US" sz="2800">
                <a:latin typeface="Calibri"/>
                <a:ea typeface="Calibri"/>
                <a:cs typeface="Calibri"/>
                <a:sym typeface="Calibri"/>
              </a:rPr>
              <a:t> of data sources and data to be stored and processed.</a:t>
            </a:r>
            <a:endParaRPr sz="2800">
              <a:latin typeface="Calibri"/>
              <a:ea typeface="Calibri"/>
              <a:cs typeface="Calibri"/>
              <a:sym typeface="Calibri"/>
            </a:endParaRPr>
          </a:p>
          <a:p>
            <a:pPr marL="0" lvl="0" indent="0" algn="l" rtl="0">
              <a:lnSpc>
                <a:spcPct val="90000"/>
              </a:lnSpc>
              <a:spcBef>
                <a:spcPts val="1000"/>
              </a:spcBef>
              <a:spcAft>
                <a:spcPts val="0"/>
              </a:spcAft>
              <a:buClr>
                <a:schemeClr val="dk1"/>
              </a:buClr>
              <a:buSzPts val="1100"/>
              <a:buFont typeface="Arial"/>
              <a:buNone/>
            </a:pPr>
            <a:endParaRPr sz="2800">
              <a:latin typeface="Calibri"/>
              <a:ea typeface="Calibri"/>
              <a:cs typeface="Calibri"/>
              <a:sym typeface="Calibri"/>
            </a:endParaRPr>
          </a:p>
          <a:p>
            <a:pPr marL="0" lvl="0" indent="0" algn="l" rtl="0">
              <a:lnSpc>
                <a:spcPct val="90000"/>
              </a:lnSpc>
              <a:spcBef>
                <a:spcPts val="1000"/>
              </a:spcBef>
              <a:spcAft>
                <a:spcPts val="0"/>
              </a:spcAft>
              <a:buClr>
                <a:schemeClr val="dk1"/>
              </a:buClr>
              <a:buSzPts val="1100"/>
              <a:buFont typeface="Arial"/>
              <a:buNone/>
            </a:pPr>
            <a:endParaRPr sz="2800">
              <a:latin typeface="Calibri"/>
              <a:ea typeface="Calibri"/>
              <a:cs typeface="Calibri"/>
              <a:sym typeface="Calibri"/>
            </a:endParaRPr>
          </a:p>
          <a:p>
            <a:pPr marL="0" lvl="0" indent="0" algn="l" rtl="0">
              <a:spcBef>
                <a:spcPts val="0"/>
              </a:spcBef>
              <a:spcAft>
                <a:spcPts val="0"/>
              </a:spcAft>
              <a:buNone/>
            </a:pPr>
            <a:endParaRPr/>
          </a:p>
        </p:txBody>
      </p:sp>
      <p:sp>
        <p:nvSpPr>
          <p:cNvPr id="151" name="Google Shape;151;g324a5aa45d8_0_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24a5aa45d8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324a5aa45d8_0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g324a5aa45d8_0_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284d4b8cd9_0_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g3284d4b8cd9_0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284d4b8cd9_0_1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g3284d4b8cd9_0_1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311150" algn="l" rtl="0">
              <a:spcBef>
                <a:spcPts val="0"/>
              </a:spcBef>
              <a:spcAft>
                <a:spcPts val="0"/>
              </a:spcAft>
              <a:buClr>
                <a:schemeClr val="dk1"/>
              </a:buClr>
              <a:buSzPts val="1300"/>
              <a:buFont typeface="Times New Roman"/>
              <a:buChar char="-"/>
            </a:pPr>
            <a:r>
              <a:rPr lang="en-US" sz="1200">
                <a:solidFill>
                  <a:schemeClr val="dk1"/>
                </a:solidFill>
                <a:latin typeface="Times New Roman"/>
                <a:ea typeface="Times New Roman"/>
                <a:cs typeface="Times New Roman"/>
                <a:sym typeface="Times New Roman"/>
              </a:rPr>
              <a:t>IoT could also be looked at as simply an interaction between the physical and digital world</a:t>
            </a:r>
            <a:endParaRPr/>
          </a:p>
          <a:p>
            <a:pPr marL="457200" lvl="0" indent="-311150" algn="l" rtl="0">
              <a:spcBef>
                <a:spcPts val="0"/>
              </a:spcBef>
              <a:spcAft>
                <a:spcPts val="0"/>
              </a:spcAft>
              <a:buClr>
                <a:schemeClr val="dk1"/>
              </a:buClr>
              <a:buSzPts val="1300"/>
              <a:buFont typeface="Times New Roman"/>
              <a:buChar char="-"/>
            </a:pPr>
            <a:r>
              <a:rPr lang="en-US" sz="1200">
                <a:solidFill>
                  <a:schemeClr val="dk1"/>
                </a:solidFill>
                <a:latin typeface="Times New Roman"/>
                <a:ea typeface="Times New Roman"/>
                <a:cs typeface="Times New Roman"/>
                <a:sym typeface="Times New Roman"/>
              </a:rPr>
              <a:t>There are many different types of sensors in an IoT system. Flow sensors, temperature sensors, voltage sensors, humidity sensors, and the list goes on.</a:t>
            </a:r>
            <a:endParaRPr/>
          </a:p>
          <a:p>
            <a:pPr marL="457200" lvl="0" indent="-311150" algn="l" rtl="0">
              <a:spcBef>
                <a:spcPts val="0"/>
              </a:spcBef>
              <a:spcAft>
                <a:spcPts val="0"/>
              </a:spcAft>
              <a:buClr>
                <a:schemeClr val="dk1"/>
              </a:buClr>
              <a:buSzPts val="1300"/>
              <a:buFont typeface="Times New Roman"/>
              <a:buChar char="-"/>
            </a:pPr>
            <a:r>
              <a:rPr lang="en-US" sz="1200">
                <a:solidFill>
                  <a:schemeClr val="dk1"/>
                </a:solidFill>
                <a:latin typeface="Times New Roman"/>
                <a:ea typeface="Times New Roman"/>
                <a:cs typeface="Times New Roman"/>
                <a:sym typeface="Times New Roman"/>
              </a:rPr>
              <a:t>an actuator operates in the reverse direction of a sensor. It takes an electrical input and turns it into physical action</a:t>
            </a:r>
            <a:endParaRPr sz="600">
              <a:latin typeface="Times New Roman"/>
              <a:ea typeface="Times New Roman"/>
              <a:cs typeface="Times New Roman"/>
              <a:sym typeface="Times New Roman"/>
            </a:endParaRPr>
          </a:p>
          <a:p>
            <a:pPr marL="0" lvl="0" indent="0" algn="l" rtl="0">
              <a:spcBef>
                <a:spcPts val="0"/>
              </a:spcBef>
              <a:spcAft>
                <a:spcPts val="0"/>
              </a:spcAft>
              <a:buNone/>
            </a:pPr>
            <a:endParaRPr/>
          </a:p>
        </p:txBody>
      </p:sp>
      <p:sp>
        <p:nvSpPr>
          <p:cNvPr id="191" name="Google Shape;191;g3284d4b8cd9_0_1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84d4b8cd9_0_26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g3284d4b8cd9_0_2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284d4b8cd9_0_3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g3284d4b8cd9_0_3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284d4b8cd9_0_4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g3284d4b8cd9_0_4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284d4b8cd9_0_5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g3284d4b8cd9_0_5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a:extLst>
            <a:ext uri="{FF2B5EF4-FFF2-40B4-BE49-F238E27FC236}">
              <a16:creationId xmlns:a16="http://schemas.microsoft.com/office/drawing/2014/main" id="{1902A36E-5375-D2BC-3AE3-FA74066A9AFA}"/>
            </a:ext>
          </a:extLst>
        </p:cNvPr>
        <p:cNvGrpSpPr/>
        <p:nvPr/>
      </p:nvGrpSpPr>
      <p:grpSpPr>
        <a:xfrm>
          <a:off x="0" y="0"/>
          <a:ext cx="0" cy="0"/>
          <a:chOff x="0" y="0"/>
          <a:chExt cx="0" cy="0"/>
        </a:xfrm>
      </p:grpSpPr>
      <p:sp>
        <p:nvSpPr>
          <p:cNvPr id="245" name="Google Shape;245;g3284d4b8cd9_0_518:notes">
            <a:extLst>
              <a:ext uri="{FF2B5EF4-FFF2-40B4-BE49-F238E27FC236}">
                <a16:creationId xmlns:a16="http://schemas.microsoft.com/office/drawing/2014/main" id="{C429F599-AD56-8FDD-17EB-78F74E9B044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g3284d4b8cd9_0_518:notes">
            <a:extLst>
              <a:ext uri="{FF2B5EF4-FFF2-40B4-BE49-F238E27FC236}">
                <a16:creationId xmlns:a16="http://schemas.microsoft.com/office/drawing/2014/main" id="{F172A7F6-2C09-EA87-549F-765670CADB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5041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8E77C45-BA78-726D-09B2-62537B072AC1}"/>
            </a:ext>
          </a:extLst>
        </p:cNvPr>
        <p:cNvGrpSpPr/>
        <p:nvPr/>
      </p:nvGrpSpPr>
      <p:grpSpPr>
        <a:xfrm>
          <a:off x="0" y="0"/>
          <a:ext cx="0" cy="0"/>
          <a:chOff x="0" y="0"/>
          <a:chExt cx="0" cy="0"/>
        </a:xfrm>
      </p:grpSpPr>
      <p:sp>
        <p:nvSpPr>
          <p:cNvPr id="105" name="Google Shape;105;g322db088abc_0_103:notes">
            <a:extLst>
              <a:ext uri="{FF2B5EF4-FFF2-40B4-BE49-F238E27FC236}">
                <a16:creationId xmlns:a16="http://schemas.microsoft.com/office/drawing/2014/main" id="{F364266E-8DD6-4DB1-025F-237BA4292A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g322db088abc_0_103:notes">
            <a:extLst>
              <a:ext uri="{FF2B5EF4-FFF2-40B4-BE49-F238E27FC236}">
                <a16:creationId xmlns:a16="http://schemas.microsoft.com/office/drawing/2014/main" id="{241342F5-43D9-07B6-E696-81781C8E185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22db088abc_0_103:notes">
            <a:extLst>
              <a:ext uri="{FF2B5EF4-FFF2-40B4-BE49-F238E27FC236}">
                <a16:creationId xmlns:a16="http://schemas.microsoft.com/office/drawing/2014/main" id="{01FFAB95-3FB1-E6A4-2CEE-89680D33A04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385224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24a5aa45d8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F67509D-19C8-1B4E-6955-25CED181B1E7}"/>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FC7FC5F2-443B-1F0D-C6B7-20B920D188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BF166356-6F3B-1B6B-787F-AEBEA8A903E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34BEA062-4F6A-D836-862B-F9DA4FCF47F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1076296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3237390-ECFA-C65F-896E-78669B1CF6B2}"/>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B47259BD-A995-D9F8-0F9A-FEA1F15F06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6C658FF3-4648-D531-B539-AEAC746FF70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6B574B9B-CF4D-19FD-D91F-2DF6BD8CCAB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extLst>
      <p:ext uri="{BB962C8B-B14F-4D97-AF65-F5344CB8AC3E}">
        <p14:creationId xmlns:p14="http://schemas.microsoft.com/office/powerpoint/2010/main" val="3331335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02ED7E9-BFF4-B929-4176-B36B79F3352B}"/>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DDCDA1A0-8D96-B2F5-9F6D-9A5DD1FD26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2DEFFD07-4656-06DC-4030-F1BDD4EB6A4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5028DD17-EEBA-62F4-82A7-383EA1BEFE5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4927641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40FE2B23-E66F-606E-ADEA-5090DAA541BB}"/>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753E10C3-38D9-AFF5-1D8C-CE99F1C956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18C1E472-817E-F377-2CF4-EF4B1AC5A44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AB1C051E-5231-1890-B48B-65CD570AFA8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402060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B0F9D9C-0053-518C-80B6-2949BE082087}"/>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A68AAF46-8059-BFEB-BF1E-D25668B427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1F71CB75-9B46-3466-2AE8-0A32B684D32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554186C7-6316-954B-5117-521584760BC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9354014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3A64B48-54BC-5621-8EC9-90792C2CADEF}"/>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600C7FA1-D1D5-228F-A1A9-E710A9C5CA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52860A10-58CB-0013-B809-7EB733E19E8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1F5261D5-56FD-C6A7-2667-8BB5459CC52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4606368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A88DE5F-26CD-3BE8-2AF5-3B501C8B0CF1}"/>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A0813131-ED4A-D88C-61A2-B308D000A5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2EE77671-F83D-4902-F52F-DF83B666C7B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26DBC9F6-987E-4F45-72AB-598537AF35C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extLst>
      <p:ext uri="{BB962C8B-B14F-4D97-AF65-F5344CB8AC3E}">
        <p14:creationId xmlns:p14="http://schemas.microsoft.com/office/powerpoint/2010/main" val="3917390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97E4DBD-62E5-23F2-EA50-064CA07CAF43}"/>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6DE84C89-0A5C-1F7A-2BE8-B84E5E16C5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7C62EA45-AE53-9B12-9D63-A2A7FD74297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AA850F24-F84D-E0C1-FD9F-269A594AD24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extLst>
      <p:ext uri="{BB962C8B-B14F-4D97-AF65-F5344CB8AC3E}">
        <p14:creationId xmlns:p14="http://schemas.microsoft.com/office/powerpoint/2010/main" val="1687325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9EF709E-EB92-C744-F107-2769E450B9D4}"/>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1FA44906-CBB2-92C1-E1B7-3C36837973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4A90432E-45ED-3294-41EE-D1E2E60BAB9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E82B7CA9-31E5-B332-B9B8-4029810D75E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extLst>
      <p:ext uri="{BB962C8B-B14F-4D97-AF65-F5344CB8AC3E}">
        <p14:creationId xmlns:p14="http://schemas.microsoft.com/office/powerpoint/2010/main" val="25649440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3B8D0A9-C514-58A4-03F1-CD7FC2EC676E}"/>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9A5CCA64-E129-A5B7-8641-CC00F086F3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597BE3BC-B52A-F3B4-DFCF-56132A4C320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6CFDDCCD-D78C-590E-8CD8-9E0DBDC3119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extLst>
      <p:ext uri="{BB962C8B-B14F-4D97-AF65-F5344CB8AC3E}">
        <p14:creationId xmlns:p14="http://schemas.microsoft.com/office/powerpoint/2010/main" val="15980156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6AA8527-AB9B-57F5-0192-308BF7C0D6F2}"/>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62DDA2B5-DE6A-B902-6B7D-04134B1643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83DB2333-4EB3-8E97-8E17-FA6EB1E9C50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CB34CC02-309C-B34B-D27A-5F40BBF3BB4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extLst>
      <p:ext uri="{BB962C8B-B14F-4D97-AF65-F5344CB8AC3E}">
        <p14:creationId xmlns:p14="http://schemas.microsoft.com/office/powerpoint/2010/main" val="11410035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EBC6895-0F5F-D173-B338-B803DA725D47}"/>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62C07E16-7B52-B316-9729-817084D998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D3BD7661-EDC7-342B-FEE5-9D900C18948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85E9AEFD-9489-A983-6082-BECE20C3A05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extLst>
      <p:ext uri="{BB962C8B-B14F-4D97-AF65-F5344CB8AC3E}">
        <p14:creationId xmlns:p14="http://schemas.microsoft.com/office/powerpoint/2010/main" val="1340203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56FCFAC-A50A-FA48-7E0C-E3919FCBCF00}"/>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09686275-D8CB-049A-6482-8F115989DF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E5516AEF-7E34-B7EC-F101-B0844899718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B6F398CE-DD70-44F7-2010-E59E8C4E230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extLst>
      <p:ext uri="{BB962C8B-B14F-4D97-AF65-F5344CB8AC3E}">
        <p14:creationId xmlns:p14="http://schemas.microsoft.com/office/powerpoint/2010/main" val="13004144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12C3C40-F0BC-0F05-DA99-D90C8F1A14F7}"/>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8915D569-63DC-4B81-655E-3EE12FB1B9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79593ACD-B57C-9109-260A-62AFFBA153A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F79BAF86-D17B-50B8-F500-182C5B0ADCC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32</a:t>
            </a:fld>
            <a:endParaRPr/>
          </a:p>
        </p:txBody>
      </p:sp>
    </p:spTree>
    <p:extLst>
      <p:ext uri="{BB962C8B-B14F-4D97-AF65-F5344CB8AC3E}">
        <p14:creationId xmlns:p14="http://schemas.microsoft.com/office/powerpoint/2010/main" val="17152191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0F8C368-EF77-5F10-6E32-BAAC0D94CEAC}"/>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77B50EAA-6F99-A15E-CDBC-8A2FCD8D2D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83A241E5-81A8-F401-4CA2-63755CEA0D4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382160F4-82E3-C2F4-8C1B-528174DA41D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33</a:t>
            </a:fld>
            <a:endParaRPr/>
          </a:p>
        </p:txBody>
      </p:sp>
    </p:spTree>
    <p:extLst>
      <p:ext uri="{BB962C8B-B14F-4D97-AF65-F5344CB8AC3E}">
        <p14:creationId xmlns:p14="http://schemas.microsoft.com/office/powerpoint/2010/main" val="24765844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CBE08C1-8D7D-CC9B-80AB-B94FD44393E0}"/>
            </a:ext>
          </a:extLst>
        </p:cNvPr>
        <p:cNvGrpSpPr/>
        <p:nvPr/>
      </p:nvGrpSpPr>
      <p:grpSpPr>
        <a:xfrm>
          <a:off x="0" y="0"/>
          <a:ext cx="0" cy="0"/>
          <a:chOff x="0" y="0"/>
          <a:chExt cx="0" cy="0"/>
        </a:xfrm>
      </p:grpSpPr>
      <p:sp>
        <p:nvSpPr>
          <p:cNvPr id="105" name="Google Shape;105;g322db088abc_0_103:notes">
            <a:extLst>
              <a:ext uri="{FF2B5EF4-FFF2-40B4-BE49-F238E27FC236}">
                <a16:creationId xmlns:a16="http://schemas.microsoft.com/office/drawing/2014/main" id="{60CA15BD-DD71-7E49-3D8B-CE5FA4EBD7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g322db088abc_0_103:notes">
            <a:extLst>
              <a:ext uri="{FF2B5EF4-FFF2-40B4-BE49-F238E27FC236}">
                <a16:creationId xmlns:a16="http://schemas.microsoft.com/office/drawing/2014/main" id="{CB8A84CC-D4D4-B28C-EF59-70C1E5FD278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22db088abc_0_103:notes">
            <a:extLst>
              <a:ext uri="{FF2B5EF4-FFF2-40B4-BE49-F238E27FC236}">
                <a16:creationId xmlns:a16="http://schemas.microsoft.com/office/drawing/2014/main" id="{D36E9C34-0E8F-C719-1837-13DDD782886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34</a:t>
            </a:fld>
            <a:endParaRPr/>
          </a:p>
        </p:txBody>
      </p:sp>
    </p:spTree>
    <p:extLst>
      <p:ext uri="{BB962C8B-B14F-4D97-AF65-F5344CB8AC3E}">
        <p14:creationId xmlns:p14="http://schemas.microsoft.com/office/powerpoint/2010/main" val="39581268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449443FB-317C-D2C0-E947-425EBDB2CE8A}"/>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8D08FC4D-BBB1-2F0C-1DA6-ED7EC264FB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75693DCB-481D-0A10-9791-1837119138E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47E86C0D-7318-AA02-5030-FAB8C2F64DB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35</a:t>
            </a:fld>
            <a:endParaRPr/>
          </a:p>
        </p:txBody>
      </p:sp>
    </p:spTree>
    <p:extLst>
      <p:ext uri="{BB962C8B-B14F-4D97-AF65-F5344CB8AC3E}">
        <p14:creationId xmlns:p14="http://schemas.microsoft.com/office/powerpoint/2010/main" val="34825656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9C1F205-C631-7BAF-D13E-C0077AA0B6A1}"/>
            </a:ext>
          </a:extLst>
        </p:cNvPr>
        <p:cNvGrpSpPr/>
        <p:nvPr/>
      </p:nvGrpSpPr>
      <p:grpSpPr>
        <a:xfrm>
          <a:off x="0" y="0"/>
          <a:ext cx="0" cy="0"/>
          <a:chOff x="0" y="0"/>
          <a:chExt cx="0" cy="0"/>
        </a:xfrm>
      </p:grpSpPr>
      <p:sp>
        <p:nvSpPr>
          <p:cNvPr id="156" name="Google Shape;156;g324a5aa45d8_0_35:notes">
            <a:extLst>
              <a:ext uri="{FF2B5EF4-FFF2-40B4-BE49-F238E27FC236}">
                <a16:creationId xmlns:a16="http://schemas.microsoft.com/office/drawing/2014/main" id="{59F78C0B-4592-21A6-48EF-C81DE63380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24a5aa45d8_0_35:notes">
            <a:extLst>
              <a:ext uri="{FF2B5EF4-FFF2-40B4-BE49-F238E27FC236}">
                <a16:creationId xmlns:a16="http://schemas.microsoft.com/office/drawing/2014/main" id="{659AAD8E-92BA-43DF-7DF8-2FEA5764EB0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324a5aa45d8_0_35:notes">
            <a:extLst>
              <a:ext uri="{FF2B5EF4-FFF2-40B4-BE49-F238E27FC236}">
                <a16:creationId xmlns:a16="http://schemas.microsoft.com/office/drawing/2014/main" id="{AA042279-1066-353A-1E59-139BE69E5E7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extLst>
      <p:ext uri="{BB962C8B-B14F-4D97-AF65-F5344CB8AC3E}">
        <p14:creationId xmlns:p14="http://schemas.microsoft.com/office/powerpoint/2010/main" val="26193137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28bd66e665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g328bd66e665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8" name="Google Shape;428;g328bd66e665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3"/>
        <p:cNvGrpSpPr/>
        <p:nvPr/>
      </p:nvGrpSpPr>
      <p:grpSpPr>
        <a:xfrm>
          <a:off x="0" y="0"/>
          <a:ext cx="0" cy="0"/>
          <a:chOff x="0" y="0"/>
          <a:chExt cx="0" cy="0"/>
        </a:xfrm>
      </p:grpSpPr>
      <p:sp>
        <p:nvSpPr>
          <p:cNvPr id="14" name="Google Shape;14;g322db088abc_0_4"/>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 name="Google Shape;15;g322db088abc_0_4"/>
          <p:cNvGrpSpPr/>
          <p:nvPr/>
        </p:nvGrpSpPr>
        <p:grpSpPr>
          <a:xfrm>
            <a:off x="1107036" y="1588427"/>
            <a:ext cx="994316" cy="61102"/>
            <a:chOff x="4580561" y="2589004"/>
            <a:chExt cx="1064464" cy="25200"/>
          </a:xfrm>
        </p:grpSpPr>
        <p:sp>
          <p:nvSpPr>
            <p:cNvPr id="16" name="Google Shape;16;g322db088abc_0_4"/>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g322db088abc_0_4"/>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 name="Google Shape;18;g322db088abc_0_4"/>
          <p:cNvSpPr txBox="1">
            <a:spLocks noGrp="1"/>
          </p:cNvSpPr>
          <p:nvPr>
            <p:ph type="ctrTitle"/>
          </p:nvPr>
        </p:nvSpPr>
        <p:spPr>
          <a:xfrm>
            <a:off x="972600" y="1763267"/>
            <a:ext cx="10250700" cy="2219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5600"/>
              <a:buNone/>
              <a:defRPr sz="5600"/>
            </a:lvl1pPr>
            <a:lvl2pPr lvl="1" algn="l">
              <a:lnSpc>
                <a:spcPct val="100000"/>
              </a:lnSpc>
              <a:spcBef>
                <a:spcPts val="0"/>
              </a:spcBef>
              <a:spcAft>
                <a:spcPts val="0"/>
              </a:spcAft>
              <a:buSzPts val="5600"/>
              <a:buNone/>
              <a:defRPr sz="5600"/>
            </a:lvl2pPr>
            <a:lvl3pPr lvl="2" algn="l">
              <a:lnSpc>
                <a:spcPct val="100000"/>
              </a:lnSpc>
              <a:spcBef>
                <a:spcPts val="0"/>
              </a:spcBef>
              <a:spcAft>
                <a:spcPts val="0"/>
              </a:spcAft>
              <a:buSzPts val="5600"/>
              <a:buNone/>
              <a:defRPr sz="5600"/>
            </a:lvl3pPr>
            <a:lvl4pPr lvl="3" algn="l">
              <a:lnSpc>
                <a:spcPct val="100000"/>
              </a:lnSpc>
              <a:spcBef>
                <a:spcPts val="0"/>
              </a:spcBef>
              <a:spcAft>
                <a:spcPts val="0"/>
              </a:spcAft>
              <a:buSzPts val="5600"/>
              <a:buNone/>
              <a:defRPr sz="5600"/>
            </a:lvl4pPr>
            <a:lvl5pPr lvl="4" algn="l">
              <a:lnSpc>
                <a:spcPct val="100000"/>
              </a:lnSpc>
              <a:spcBef>
                <a:spcPts val="0"/>
              </a:spcBef>
              <a:spcAft>
                <a:spcPts val="0"/>
              </a:spcAft>
              <a:buSzPts val="5600"/>
              <a:buNone/>
              <a:defRPr sz="5600"/>
            </a:lvl5pPr>
            <a:lvl6pPr lvl="5" algn="l">
              <a:lnSpc>
                <a:spcPct val="100000"/>
              </a:lnSpc>
              <a:spcBef>
                <a:spcPts val="0"/>
              </a:spcBef>
              <a:spcAft>
                <a:spcPts val="0"/>
              </a:spcAft>
              <a:buSzPts val="5600"/>
              <a:buNone/>
              <a:defRPr sz="5600"/>
            </a:lvl6pPr>
            <a:lvl7pPr lvl="6" algn="l">
              <a:lnSpc>
                <a:spcPct val="100000"/>
              </a:lnSpc>
              <a:spcBef>
                <a:spcPts val="0"/>
              </a:spcBef>
              <a:spcAft>
                <a:spcPts val="0"/>
              </a:spcAft>
              <a:buSzPts val="5600"/>
              <a:buNone/>
              <a:defRPr sz="5600"/>
            </a:lvl7pPr>
            <a:lvl8pPr lvl="7" algn="l">
              <a:lnSpc>
                <a:spcPct val="100000"/>
              </a:lnSpc>
              <a:spcBef>
                <a:spcPts val="0"/>
              </a:spcBef>
              <a:spcAft>
                <a:spcPts val="0"/>
              </a:spcAft>
              <a:buSzPts val="5600"/>
              <a:buNone/>
              <a:defRPr sz="5600"/>
            </a:lvl8pPr>
            <a:lvl9pPr lvl="8" algn="l">
              <a:lnSpc>
                <a:spcPct val="100000"/>
              </a:lnSpc>
              <a:spcBef>
                <a:spcPts val="0"/>
              </a:spcBef>
              <a:spcAft>
                <a:spcPts val="0"/>
              </a:spcAft>
              <a:buSzPts val="5600"/>
              <a:buNone/>
              <a:defRPr sz="5600"/>
            </a:lvl9pPr>
          </a:lstStyle>
          <a:p>
            <a:endParaRPr/>
          </a:p>
        </p:txBody>
      </p:sp>
      <p:sp>
        <p:nvSpPr>
          <p:cNvPr id="19" name="Google Shape;19;g322db088abc_0_4"/>
          <p:cNvSpPr txBox="1">
            <a:spLocks noGrp="1"/>
          </p:cNvSpPr>
          <p:nvPr>
            <p:ph type="subTitle" idx="1"/>
          </p:nvPr>
        </p:nvSpPr>
        <p:spPr>
          <a:xfrm>
            <a:off x="972837" y="4230533"/>
            <a:ext cx="10250700" cy="721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sp>
        <p:nvSpPr>
          <p:cNvPr id="20" name="Google Shape;20;g322db088abc_0_4"/>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g322db088abc_0_18"/>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 name="Google Shape;23;g322db088abc_0_18"/>
          <p:cNvGrpSpPr/>
          <p:nvPr/>
        </p:nvGrpSpPr>
        <p:grpSpPr>
          <a:xfrm>
            <a:off x="1107036" y="1588427"/>
            <a:ext cx="994316" cy="61102"/>
            <a:chOff x="4580561" y="2589004"/>
            <a:chExt cx="1064464" cy="25200"/>
          </a:xfrm>
        </p:grpSpPr>
        <p:sp>
          <p:nvSpPr>
            <p:cNvPr id="24" name="Google Shape;24;g322db088abc_0_18"/>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g322db088abc_0_18"/>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g322db088abc_0_18"/>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27" name="Google Shape;27;g322db088abc_0_18"/>
          <p:cNvSpPr txBox="1">
            <a:spLocks noGrp="1"/>
          </p:cNvSpPr>
          <p:nvPr>
            <p:ph type="body" idx="1"/>
          </p:nvPr>
        </p:nvSpPr>
        <p:spPr>
          <a:xfrm>
            <a:off x="972600" y="2771833"/>
            <a:ext cx="10251600" cy="30147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28" name="Google Shape;28;g322db088abc_0_18"/>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g322db088abc_0_7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1" name="Google Shape;31;g322db088abc_0_7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1600"/>
              </a:spcAft>
              <a:buClr>
                <a:schemeClr val="dk1"/>
              </a:buClr>
              <a:buSzPts val="1800"/>
              <a:buChar char="■"/>
              <a:defRPr/>
            </a:lvl9pPr>
          </a:lstStyle>
          <a:p>
            <a:endParaRPr/>
          </a:p>
        </p:txBody>
      </p:sp>
      <p:sp>
        <p:nvSpPr>
          <p:cNvPr id="32" name="Google Shape;32;g322db088abc_0_7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3" name="Google Shape;33;g322db088abc_0_7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322db088abc_0_7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el og indholdsobjekt">
  <p:cSld name="Titel og indholdsobjekt">
    <p:spTree>
      <p:nvGrpSpPr>
        <p:cNvPr id="1" name="Shape 35"/>
        <p:cNvGrpSpPr/>
        <p:nvPr/>
      </p:nvGrpSpPr>
      <p:grpSpPr>
        <a:xfrm>
          <a:off x="0" y="0"/>
          <a:ext cx="0" cy="0"/>
          <a:chOff x="0" y="0"/>
          <a:chExt cx="0" cy="0"/>
        </a:xfrm>
      </p:grpSpPr>
      <p:sp>
        <p:nvSpPr>
          <p:cNvPr id="36" name="Google Shape;36;g322db088abc_0_8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7" name="Google Shape;37;g322db088abc_0_8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1600"/>
              </a:spcAft>
              <a:buClr>
                <a:schemeClr val="dk1"/>
              </a:buClr>
              <a:buSzPts val="1800"/>
              <a:buChar char="■"/>
              <a:defRPr/>
            </a:lvl9pPr>
          </a:lstStyle>
          <a:p>
            <a:endParaRPr/>
          </a:p>
        </p:txBody>
      </p:sp>
      <p:sp>
        <p:nvSpPr>
          <p:cNvPr id="38" name="Google Shape;38;g322db088abc_0_8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9" name="Google Shape;39;g322db088abc_0_8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0" name="Google Shape;40;g322db088abc_0_8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1"/>
        <p:cNvGrpSpPr/>
        <p:nvPr/>
      </p:nvGrpSpPr>
      <p:grpSpPr>
        <a:xfrm>
          <a:off x="0" y="0"/>
          <a:ext cx="0" cy="0"/>
          <a:chOff x="0" y="0"/>
          <a:chExt cx="0" cy="0"/>
        </a:xfrm>
      </p:grpSpPr>
      <p:grpSp>
        <p:nvGrpSpPr>
          <p:cNvPr id="42" name="Google Shape;42;g322db088abc_0_12"/>
          <p:cNvGrpSpPr/>
          <p:nvPr/>
        </p:nvGrpSpPr>
        <p:grpSpPr>
          <a:xfrm>
            <a:off x="1107036" y="1588427"/>
            <a:ext cx="994316" cy="61102"/>
            <a:chOff x="4580561" y="2589004"/>
            <a:chExt cx="1064464" cy="25200"/>
          </a:xfrm>
        </p:grpSpPr>
        <p:sp>
          <p:nvSpPr>
            <p:cNvPr id="43" name="Google Shape;43;g322db088abc_0_12"/>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g322db088abc_0_12"/>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 name="Google Shape;45;g322db088abc_0_12"/>
          <p:cNvSpPr txBox="1">
            <a:spLocks noGrp="1"/>
          </p:cNvSpPr>
          <p:nvPr>
            <p:ph type="title"/>
          </p:nvPr>
        </p:nvSpPr>
        <p:spPr>
          <a:xfrm>
            <a:off x="972600" y="1763267"/>
            <a:ext cx="10251300" cy="2024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46" name="Google Shape;46;g322db088abc_0_12"/>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7"/>
        <p:cNvGrpSpPr/>
        <p:nvPr/>
      </p:nvGrpSpPr>
      <p:grpSpPr>
        <a:xfrm>
          <a:off x="0" y="0"/>
          <a:ext cx="0" cy="0"/>
          <a:chOff x="0" y="0"/>
          <a:chExt cx="0" cy="0"/>
        </a:xfrm>
      </p:grpSpPr>
      <p:sp>
        <p:nvSpPr>
          <p:cNvPr id="48" name="Google Shape;48;g322db088abc_0_26"/>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g322db088abc_0_26"/>
          <p:cNvGrpSpPr/>
          <p:nvPr/>
        </p:nvGrpSpPr>
        <p:grpSpPr>
          <a:xfrm>
            <a:off x="1107036" y="1588427"/>
            <a:ext cx="994316" cy="61102"/>
            <a:chOff x="4580561" y="2589004"/>
            <a:chExt cx="1064464" cy="25200"/>
          </a:xfrm>
        </p:grpSpPr>
        <p:sp>
          <p:nvSpPr>
            <p:cNvPr id="50" name="Google Shape;50;g322db088abc_0_26"/>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g322db088abc_0_26"/>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g322db088abc_0_26"/>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53" name="Google Shape;53;g322db088abc_0_26"/>
          <p:cNvSpPr txBox="1">
            <a:spLocks noGrp="1"/>
          </p:cNvSpPr>
          <p:nvPr>
            <p:ph type="body" idx="1"/>
          </p:nvPr>
        </p:nvSpPr>
        <p:spPr>
          <a:xfrm>
            <a:off x="972434" y="2771833"/>
            <a:ext cx="5032500" cy="30147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54" name="Google Shape;54;g322db088abc_0_26"/>
          <p:cNvSpPr txBox="1">
            <a:spLocks noGrp="1"/>
          </p:cNvSpPr>
          <p:nvPr>
            <p:ph type="body" idx="2"/>
          </p:nvPr>
        </p:nvSpPr>
        <p:spPr>
          <a:xfrm>
            <a:off x="6191471" y="2771833"/>
            <a:ext cx="5032500" cy="30147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55" name="Google Shape;55;g322db088abc_0_26"/>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g322db088abc_0_35"/>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8" name="Google Shape;58;g322db088abc_0_35"/>
          <p:cNvGrpSpPr/>
          <p:nvPr/>
        </p:nvGrpSpPr>
        <p:grpSpPr>
          <a:xfrm>
            <a:off x="1107036" y="1588427"/>
            <a:ext cx="994316" cy="61102"/>
            <a:chOff x="4580561" y="2589004"/>
            <a:chExt cx="1064464" cy="25200"/>
          </a:xfrm>
        </p:grpSpPr>
        <p:sp>
          <p:nvSpPr>
            <p:cNvPr id="59" name="Google Shape;59;g322db088abc_0_35"/>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g322db088abc_0_35"/>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1" name="Google Shape;61;g322db088abc_0_35"/>
          <p:cNvSpPr txBox="1">
            <a:spLocks noGrp="1"/>
          </p:cNvSpPr>
          <p:nvPr>
            <p:ph type="title"/>
          </p:nvPr>
        </p:nvSpPr>
        <p:spPr>
          <a:xfrm>
            <a:off x="972600" y="1758200"/>
            <a:ext cx="10251300" cy="713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62" name="Google Shape;62;g322db088abc_0_35"/>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3"/>
        <p:cNvGrpSpPr/>
        <p:nvPr/>
      </p:nvGrpSpPr>
      <p:grpSpPr>
        <a:xfrm>
          <a:off x="0" y="0"/>
          <a:ext cx="0" cy="0"/>
          <a:chOff x="0" y="0"/>
          <a:chExt cx="0" cy="0"/>
        </a:xfrm>
      </p:grpSpPr>
      <p:sp>
        <p:nvSpPr>
          <p:cNvPr id="64" name="Google Shape;64;g322db088abc_0_42"/>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5" name="Google Shape;65;g322db088abc_0_42"/>
          <p:cNvGrpSpPr/>
          <p:nvPr/>
        </p:nvGrpSpPr>
        <p:grpSpPr>
          <a:xfrm>
            <a:off x="1107036" y="1588427"/>
            <a:ext cx="994316" cy="61102"/>
            <a:chOff x="4580561" y="2589004"/>
            <a:chExt cx="1064464" cy="25200"/>
          </a:xfrm>
        </p:grpSpPr>
        <p:sp>
          <p:nvSpPr>
            <p:cNvPr id="66" name="Google Shape;66;g322db088abc_0_42"/>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g322db088abc_0_42"/>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8" name="Google Shape;68;g322db088abc_0_42"/>
          <p:cNvSpPr txBox="1">
            <a:spLocks noGrp="1"/>
          </p:cNvSpPr>
          <p:nvPr>
            <p:ph type="title"/>
          </p:nvPr>
        </p:nvSpPr>
        <p:spPr>
          <a:xfrm>
            <a:off x="973333" y="1758200"/>
            <a:ext cx="4401300" cy="18420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69" name="Google Shape;69;g322db088abc_0_42"/>
          <p:cNvSpPr txBox="1">
            <a:spLocks noGrp="1"/>
          </p:cNvSpPr>
          <p:nvPr>
            <p:ph type="body" idx="1"/>
          </p:nvPr>
        </p:nvSpPr>
        <p:spPr>
          <a:xfrm>
            <a:off x="961633" y="3708967"/>
            <a:ext cx="4401300" cy="21300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70" name="Google Shape;70;g322db088abc_0_42"/>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71"/>
        <p:cNvGrpSpPr/>
        <p:nvPr/>
      </p:nvGrpSpPr>
      <p:grpSpPr>
        <a:xfrm>
          <a:off x="0" y="0"/>
          <a:ext cx="0" cy="0"/>
          <a:chOff x="0" y="0"/>
          <a:chExt cx="0" cy="0"/>
        </a:xfrm>
      </p:grpSpPr>
      <p:grpSp>
        <p:nvGrpSpPr>
          <p:cNvPr id="72" name="Google Shape;72;g322db088abc_0_50"/>
          <p:cNvGrpSpPr/>
          <p:nvPr/>
        </p:nvGrpSpPr>
        <p:grpSpPr>
          <a:xfrm>
            <a:off x="1107036" y="5558926"/>
            <a:ext cx="994316" cy="61102"/>
            <a:chOff x="4580561" y="2589004"/>
            <a:chExt cx="1064464" cy="25200"/>
          </a:xfrm>
        </p:grpSpPr>
        <p:sp>
          <p:nvSpPr>
            <p:cNvPr id="73" name="Google Shape;73;g322db088abc_0_50"/>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g322db088abc_0_50"/>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5" name="Google Shape;75;g322db088abc_0_50"/>
          <p:cNvSpPr txBox="1">
            <a:spLocks noGrp="1"/>
          </p:cNvSpPr>
          <p:nvPr>
            <p:ph type="title"/>
          </p:nvPr>
        </p:nvSpPr>
        <p:spPr>
          <a:xfrm>
            <a:off x="972600" y="1152400"/>
            <a:ext cx="9361500" cy="39801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76" name="Google Shape;76;g322db088abc_0_50"/>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g322db088abc_0_56"/>
          <p:cNvSpPr/>
          <p:nvPr/>
        </p:nvSpPr>
        <p:spPr>
          <a:xfrm>
            <a:off x="0" y="0"/>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322db088abc_0_56"/>
          <p:cNvGrpSpPr/>
          <p:nvPr/>
        </p:nvGrpSpPr>
        <p:grpSpPr>
          <a:xfrm>
            <a:off x="1107036" y="1588427"/>
            <a:ext cx="994316" cy="61102"/>
            <a:chOff x="4580561" y="2589004"/>
            <a:chExt cx="1064464" cy="25200"/>
          </a:xfrm>
        </p:grpSpPr>
        <p:sp>
          <p:nvSpPr>
            <p:cNvPr id="80" name="Google Shape;80;g322db088abc_0_56"/>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g322db088abc_0_56"/>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2" name="Google Shape;82;g322db088abc_0_56"/>
          <p:cNvSpPr txBox="1">
            <a:spLocks noGrp="1"/>
          </p:cNvSpPr>
          <p:nvPr>
            <p:ph type="title"/>
          </p:nvPr>
        </p:nvSpPr>
        <p:spPr>
          <a:xfrm>
            <a:off x="973333" y="1758200"/>
            <a:ext cx="4401300" cy="22497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500"/>
              <a:buNone/>
              <a:defRPr sz="3500"/>
            </a:lvl1pPr>
            <a:lvl2pPr lvl="1" algn="l">
              <a:lnSpc>
                <a:spcPct val="100000"/>
              </a:lnSpc>
              <a:spcBef>
                <a:spcPts val="0"/>
              </a:spcBef>
              <a:spcAft>
                <a:spcPts val="0"/>
              </a:spcAft>
              <a:buSzPts val="3500"/>
              <a:buNone/>
              <a:defRPr sz="3500"/>
            </a:lvl2pPr>
            <a:lvl3pPr lvl="2" algn="l">
              <a:lnSpc>
                <a:spcPct val="100000"/>
              </a:lnSpc>
              <a:spcBef>
                <a:spcPts val="0"/>
              </a:spcBef>
              <a:spcAft>
                <a:spcPts val="0"/>
              </a:spcAft>
              <a:buSzPts val="3500"/>
              <a:buNone/>
              <a:defRPr sz="3500"/>
            </a:lvl3pPr>
            <a:lvl4pPr lvl="3" algn="l">
              <a:lnSpc>
                <a:spcPct val="100000"/>
              </a:lnSpc>
              <a:spcBef>
                <a:spcPts val="0"/>
              </a:spcBef>
              <a:spcAft>
                <a:spcPts val="0"/>
              </a:spcAft>
              <a:buSzPts val="3500"/>
              <a:buNone/>
              <a:defRPr sz="3500"/>
            </a:lvl4pPr>
            <a:lvl5pPr lvl="4" algn="l">
              <a:lnSpc>
                <a:spcPct val="100000"/>
              </a:lnSpc>
              <a:spcBef>
                <a:spcPts val="0"/>
              </a:spcBef>
              <a:spcAft>
                <a:spcPts val="0"/>
              </a:spcAft>
              <a:buSzPts val="3500"/>
              <a:buNone/>
              <a:defRPr sz="3500"/>
            </a:lvl5pPr>
            <a:lvl6pPr lvl="5" algn="l">
              <a:lnSpc>
                <a:spcPct val="100000"/>
              </a:lnSpc>
              <a:spcBef>
                <a:spcPts val="0"/>
              </a:spcBef>
              <a:spcAft>
                <a:spcPts val="0"/>
              </a:spcAft>
              <a:buSzPts val="3500"/>
              <a:buNone/>
              <a:defRPr sz="3500"/>
            </a:lvl6pPr>
            <a:lvl7pPr lvl="6" algn="l">
              <a:lnSpc>
                <a:spcPct val="100000"/>
              </a:lnSpc>
              <a:spcBef>
                <a:spcPts val="0"/>
              </a:spcBef>
              <a:spcAft>
                <a:spcPts val="0"/>
              </a:spcAft>
              <a:buSzPts val="3500"/>
              <a:buNone/>
              <a:defRPr sz="3500"/>
            </a:lvl7pPr>
            <a:lvl8pPr lvl="7" algn="l">
              <a:lnSpc>
                <a:spcPct val="100000"/>
              </a:lnSpc>
              <a:spcBef>
                <a:spcPts val="0"/>
              </a:spcBef>
              <a:spcAft>
                <a:spcPts val="0"/>
              </a:spcAft>
              <a:buSzPts val="3500"/>
              <a:buNone/>
              <a:defRPr sz="3500"/>
            </a:lvl8pPr>
            <a:lvl9pPr lvl="8" algn="l">
              <a:lnSpc>
                <a:spcPct val="100000"/>
              </a:lnSpc>
              <a:spcBef>
                <a:spcPts val="0"/>
              </a:spcBef>
              <a:spcAft>
                <a:spcPts val="0"/>
              </a:spcAft>
              <a:buSzPts val="3500"/>
              <a:buNone/>
              <a:defRPr sz="3500"/>
            </a:lvl9pPr>
          </a:lstStyle>
          <a:p>
            <a:endParaRPr/>
          </a:p>
        </p:txBody>
      </p:sp>
      <p:sp>
        <p:nvSpPr>
          <p:cNvPr id="83" name="Google Shape;83;g322db088abc_0_56"/>
          <p:cNvSpPr txBox="1">
            <a:spLocks noGrp="1"/>
          </p:cNvSpPr>
          <p:nvPr>
            <p:ph type="subTitle" idx="1"/>
          </p:nvPr>
        </p:nvSpPr>
        <p:spPr>
          <a:xfrm>
            <a:off x="966600" y="4215367"/>
            <a:ext cx="4401300" cy="10119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a:endParaRPr/>
          </a:p>
        </p:txBody>
      </p:sp>
      <p:sp>
        <p:nvSpPr>
          <p:cNvPr id="84" name="Google Shape;84;g322db088abc_0_56"/>
          <p:cNvSpPr txBox="1">
            <a:spLocks noGrp="1"/>
          </p:cNvSpPr>
          <p:nvPr>
            <p:ph type="body" idx="2"/>
          </p:nvPr>
        </p:nvSpPr>
        <p:spPr>
          <a:xfrm>
            <a:off x="6898967" y="1803500"/>
            <a:ext cx="4499100" cy="40341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SzPts val="1700"/>
              <a:buChar char="●"/>
              <a:defRPr/>
            </a:lvl1pPr>
            <a:lvl2pPr marL="914400" lvl="1" indent="-323850" algn="l">
              <a:lnSpc>
                <a:spcPct val="115000"/>
              </a:lnSpc>
              <a:spcBef>
                <a:spcPts val="0"/>
              </a:spcBef>
              <a:spcAft>
                <a:spcPts val="0"/>
              </a:spcAft>
              <a:buSzPts val="1500"/>
              <a:buChar char="○"/>
              <a:defRPr/>
            </a:lvl2pPr>
            <a:lvl3pPr marL="1371600" lvl="2" indent="-323850" algn="l">
              <a:lnSpc>
                <a:spcPct val="115000"/>
              </a:lnSpc>
              <a:spcBef>
                <a:spcPts val="0"/>
              </a:spcBef>
              <a:spcAft>
                <a:spcPts val="0"/>
              </a:spcAft>
              <a:buSzPts val="1500"/>
              <a:buChar char="■"/>
              <a:defRPr/>
            </a:lvl3pPr>
            <a:lvl4pPr marL="1828800" lvl="3" indent="-323850" algn="l">
              <a:lnSpc>
                <a:spcPct val="115000"/>
              </a:lnSpc>
              <a:spcBef>
                <a:spcPts val="0"/>
              </a:spcBef>
              <a:spcAft>
                <a:spcPts val="0"/>
              </a:spcAft>
              <a:buSzPts val="1500"/>
              <a:buChar char="●"/>
              <a:defRPr/>
            </a:lvl4pPr>
            <a:lvl5pPr marL="2286000" lvl="4" indent="-323850" algn="l">
              <a:lnSpc>
                <a:spcPct val="115000"/>
              </a:lnSpc>
              <a:spcBef>
                <a:spcPts val="0"/>
              </a:spcBef>
              <a:spcAft>
                <a:spcPts val="0"/>
              </a:spcAft>
              <a:buSzPts val="1500"/>
              <a:buChar char="○"/>
              <a:defRPr/>
            </a:lvl5pPr>
            <a:lvl6pPr marL="2743200" lvl="5" indent="-323850" algn="l">
              <a:lnSpc>
                <a:spcPct val="115000"/>
              </a:lnSpc>
              <a:spcBef>
                <a:spcPts val="0"/>
              </a:spcBef>
              <a:spcAft>
                <a:spcPts val="0"/>
              </a:spcAft>
              <a:buSzPts val="1500"/>
              <a:buChar char="■"/>
              <a:defRPr/>
            </a:lvl6pPr>
            <a:lvl7pPr marL="3200400" lvl="6" indent="-323850" algn="l">
              <a:lnSpc>
                <a:spcPct val="115000"/>
              </a:lnSpc>
              <a:spcBef>
                <a:spcPts val="0"/>
              </a:spcBef>
              <a:spcAft>
                <a:spcPts val="0"/>
              </a:spcAft>
              <a:buSzPts val="1500"/>
              <a:buChar char="●"/>
              <a:defRPr/>
            </a:lvl7pPr>
            <a:lvl8pPr marL="3657600" lvl="7" indent="-323850" algn="l">
              <a:lnSpc>
                <a:spcPct val="115000"/>
              </a:lnSpc>
              <a:spcBef>
                <a:spcPts val="0"/>
              </a:spcBef>
              <a:spcAft>
                <a:spcPts val="0"/>
              </a:spcAft>
              <a:buSzPts val="1500"/>
              <a:buChar char="○"/>
              <a:defRPr/>
            </a:lvl8pPr>
            <a:lvl9pPr marL="4114800" lvl="8" indent="-323850" algn="l">
              <a:lnSpc>
                <a:spcPct val="115000"/>
              </a:lnSpc>
              <a:spcBef>
                <a:spcPts val="0"/>
              </a:spcBef>
              <a:spcAft>
                <a:spcPts val="0"/>
              </a:spcAft>
              <a:buSzPts val="1500"/>
              <a:buChar char="■"/>
              <a:defRPr/>
            </a:lvl9pPr>
          </a:lstStyle>
          <a:p>
            <a:endParaRPr/>
          </a:p>
        </p:txBody>
      </p:sp>
      <p:sp>
        <p:nvSpPr>
          <p:cNvPr id="85" name="Google Shape;85;g322db088abc_0_56"/>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g322db088abc_0_65"/>
          <p:cNvSpPr txBox="1">
            <a:spLocks noGrp="1"/>
          </p:cNvSpPr>
          <p:nvPr>
            <p:ph type="body" idx="1"/>
          </p:nvPr>
        </p:nvSpPr>
        <p:spPr>
          <a:xfrm>
            <a:off x="966600" y="5830068"/>
            <a:ext cx="10263300" cy="6141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1700"/>
              <a:buNone/>
              <a:defRPr/>
            </a:lvl1pPr>
          </a:lstStyle>
          <a:p>
            <a:endParaRPr/>
          </a:p>
        </p:txBody>
      </p:sp>
      <p:sp>
        <p:nvSpPr>
          <p:cNvPr id="88" name="Google Shape;88;g322db088abc_0_65"/>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9"/>
        <p:cNvGrpSpPr/>
        <p:nvPr/>
      </p:nvGrpSpPr>
      <p:grpSpPr>
        <a:xfrm>
          <a:off x="0" y="0"/>
          <a:ext cx="0" cy="0"/>
          <a:chOff x="0" y="0"/>
          <a:chExt cx="0" cy="0"/>
        </a:xfrm>
      </p:grpSpPr>
      <p:grpSp>
        <p:nvGrpSpPr>
          <p:cNvPr id="90" name="Google Shape;90;g322db088abc_0_68"/>
          <p:cNvGrpSpPr/>
          <p:nvPr/>
        </p:nvGrpSpPr>
        <p:grpSpPr>
          <a:xfrm>
            <a:off x="1107036" y="5558926"/>
            <a:ext cx="994316" cy="61102"/>
            <a:chOff x="4580561" y="2589004"/>
            <a:chExt cx="1064464" cy="25200"/>
          </a:xfrm>
        </p:grpSpPr>
        <p:sp>
          <p:nvSpPr>
            <p:cNvPr id="91" name="Google Shape;91;g322db088abc_0_68"/>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g322db088abc_0_68"/>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3" name="Google Shape;93;g322db088abc_0_68"/>
          <p:cNvSpPr txBox="1">
            <a:spLocks noGrp="1"/>
          </p:cNvSpPr>
          <p:nvPr>
            <p:ph type="title" hasCustomPrompt="1"/>
          </p:nvPr>
        </p:nvSpPr>
        <p:spPr>
          <a:xfrm>
            <a:off x="972600" y="978600"/>
            <a:ext cx="10251300" cy="16596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Clr>
                <a:schemeClr val="lt1"/>
              </a:buClr>
              <a:buSzPts val="10700"/>
              <a:buNone/>
              <a:defRPr sz="10700">
                <a:solidFill>
                  <a:schemeClr val="lt1"/>
                </a:solidFill>
              </a:defRPr>
            </a:lvl1pPr>
            <a:lvl2pPr lvl="1" algn="l">
              <a:lnSpc>
                <a:spcPct val="100000"/>
              </a:lnSpc>
              <a:spcBef>
                <a:spcPts val="0"/>
              </a:spcBef>
              <a:spcAft>
                <a:spcPts val="0"/>
              </a:spcAft>
              <a:buClr>
                <a:schemeClr val="lt1"/>
              </a:buClr>
              <a:buSzPts val="10700"/>
              <a:buNone/>
              <a:defRPr sz="10700">
                <a:solidFill>
                  <a:schemeClr val="lt1"/>
                </a:solidFill>
              </a:defRPr>
            </a:lvl2pPr>
            <a:lvl3pPr lvl="2" algn="l">
              <a:lnSpc>
                <a:spcPct val="100000"/>
              </a:lnSpc>
              <a:spcBef>
                <a:spcPts val="0"/>
              </a:spcBef>
              <a:spcAft>
                <a:spcPts val="0"/>
              </a:spcAft>
              <a:buClr>
                <a:schemeClr val="lt1"/>
              </a:buClr>
              <a:buSzPts val="10700"/>
              <a:buNone/>
              <a:defRPr sz="10700">
                <a:solidFill>
                  <a:schemeClr val="lt1"/>
                </a:solidFill>
              </a:defRPr>
            </a:lvl3pPr>
            <a:lvl4pPr lvl="3" algn="l">
              <a:lnSpc>
                <a:spcPct val="100000"/>
              </a:lnSpc>
              <a:spcBef>
                <a:spcPts val="0"/>
              </a:spcBef>
              <a:spcAft>
                <a:spcPts val="0"/>
              </a:spcAft>
              <a:buClr>
                <a:schemeClr val="lt1"/>
              </a:buClr>
              <a:buSzPts val="10700"/>
              <a:buNone/>
              <a:defRPr sz="10700">
                <a:solidFill>
                  <a:schemeClr val="lt1"/>
                </a:solidFill>
              </a:defRPr>
            </a:lvl4pPr>
            <a:lvl5pPr lvl="4" algn="l">
              <a:lnSpc>
                <a:spcPct val="100000"/>
              </a:lnSpc>
              <a:spcBef>
                <a:spcPts val="0"/>
              </a:spcBef>
              <a:spcAft>
                <a:spcPts val="0"/>
              </a:spcAft>
              <a:buClr>
                <a:schemeClr val="lt1"/>
              </a:buClr>
              <a:buSzPts val="10700"/>
              <a:buNone/>
              <a:defRPr sz="10700">
                <a:solidFill>
                  <a:schemeClr val="lt1"/>
                </a:solidFill>
              </a:defRPr>
            </a:lvl5pPr>
            <a:lvl6pPr lvl="5" algn="l">
              <a:lnSpc>
                <a:spcPct val="100000"/>
              </a:lnSpc>
              <a:spcBef>
                <a:spcPts val="0"/>
              </a:spcBef>
              <a:spcAft>
                <a:spcPts val="0"/>
              </a:spcAft>
              <a:buClr>
                <a:schemeClr val="lt1"/>
              </a:buClr>
              <a:buSzPts val="10700"/>
              <a:buNone/>
              <a:defRPr sz="10700">
                <a:solidFill>
                  <a:schemeClr val="lt1"/>
                </a:solidFill>
              </a:defRPr>
            </a:lvl6pPr>
            <a:lvl7pPr lvl="6" algn="l">
              <a:lnSpc>
                <a:spcPct val="100000"/>
              </a:lnSpc>
              <a:spcBef>
                <a:spcPts val="0"/>
              </a:spcBef>
              <a:spcAft>
                <a:spcPts val="0"/>
              </a:spcAft>
              <a:buClr>
                <a:schemeClr val="lt1"/>
              </a:buClr>
              <a:buSzPts val="10700"/>
              <a:buNone/>
              <a:defRPr sz="10700">
                <a:solidFill>
                  <a:schemeClr val="lt1"/>
                </a:solidFill>
              </a:defRPr>
            </a:lvl7pPr>
            <a:lvl8pPr lvl="7" algn="l">
              <a:lnSpc>
                <a:spcPct val="100000"/>
              </a:lnSpc>
              <a:spcBef>
                <a:spcPts val="0"/>
              </a:spcBef>
              <a:spcAft>
                <a:spcPts val="0"/>
              </a:spcAft>
              <a:buClr>
                <a:schemeClr val="lt1"/>
              </a:buClr>
              <a:buSzPts val="10700"/>
              <a:buNone/>
              <a:defRPr sz="10700">
                <a:solidFill>
                  <a:schemeClr val="lt1"/>
                </a:solidFill>
              </a:defRPr>
            </a:lvl8pPr>
            <a:lvl9pPr lvl="8" algn="l">
              <a:lnSpc>
                <a:spcPct val="100000"/>
              </a:lnSpc>
              <a:spcBef>
                <a:spcPts val="0"/>
              </a:spcBef>
              <a:spcAft>
                <a:spcPts val="0"/>
              </a:spcAft>
              <a:buClr>
                <a:schemeClr val="lt1"/>
              </a:buClr>
              <a:buSzPts val="10700"/>
              <a:buNone/>
              <a:defRPr sz="10700">
                <a:solidFill>
                  <a:schemeClr val="lt1"/>
                </a:solidFill>
              </a:defRPr>
            </a:lvl9pPr>
          </a:lstStyle>
          <a:p>
            <a:r>
              <a:t>xx%</a:t>
            </a:r>
          </a:p>
        </p:txBody>
      </p:sp>
      <p:sp>
        <p:nvSpPr>
          <p:cNvPr id="94" name="Google Shape;94;g322db088abc_0_68"/>
          <p:cNvSpPr txBox="1">
            <a:spLocks noGrp="1"/>
          </p:cNvSpPr>
          <p:nvPr>
            <p:ph type="body" idx="1"/>
          </p:nvPr>
        </p:nvSpPr>
        <p:spPr>
          <a:xfrm>
            <a:off x="972600" y="3030517"/>
            <a:ext cx="10251300" cy="2107200"/>
          </a:xfrm>
          <a:prstGeom prst="rect">
            <a:avLst/>
          </a:prstGeom>
          <a:noFill/>
          <a:ln>
            <a:noFill/>
          </a:ln>
        </p:spPr>
        <p:txBody>
          <a:bodyPr spcFirstLastPara="1" wrap="square" lIns="121900" tIns="121900" rIns="121900" bIns="121900" anchor="t" anchorCtr="0">
            <a:normAutofit/>
          </a:bodyPr>
          <a:lstStyle>
            <a:lvl1pPr marL="457200" lvl="0" indent="-336550" algn="l">
              <a:lnSpc>
                <a:spcPct val="115000"/>
              </a:lnSpc>
              <a:spcBef>
                <a:spcPts val="0"/>
              </a:spcBef>
              <a:spcAft>
                <a:spcPts val="0"/>
              </a:spcAft>
              <a:buClr>
                <a:schemeClr val="lt1"/>
              </a:buClr>
              <a:buSzPts val="1700"/>
              <a:buChar char="●"/>
              <a:defRPr>
                <a:solidFill>
                  <a:schemeClr val="lt1"/>
                </a:solidFill>
              </a:defRPr>
            </a:lvl1pPr>
            <a:lvl2pPr marL="914400" lvl="1" indent="-323850" algn="l">
              <a:lnSpc>
                <a:spcPct val="115000"/>
              </a:lnSpc>
              <a:spcBef>
                <a:spcPts val="0"/>
              </a:spcBef>
              <a:spcAft>
                <a:spcPts val="0"/>
              </a:spcAft>
              <a:buClr>
                <a:schemeClr val="lt1"/>
              </a:buClr>
              <a:buSzPts val="1500"/>
              <a:buChar char="○"/>
              <a:defRPr>
                <a:solidFill>
                  <a:schemeClr val="lt1"/>
                </a:solidFill>
              </a:defRPr>
            </a:lvl2pPr>
            <a:lvl3pPr marL="1371600" lvl="2" indent="-323850" algn="l">
              <a:lnSpc>
                <a:spcPct val="115000"/>
              </a:lnSpc>
              <a:spcBef>
                <a:spcPts val="0"/>
              </a:spcBef>
              <a:spcAft>
                <a:spcPts val="0"/>
              </a:spcAft>
              <a:buClr>
                <a:schemeClr val="lt1"/>
              </a:buClr>
              <a:buSzPts val="1500"/>
              <a:buChar char="■"/>
              <a:defRPr>
                <a:solidFill>
                  <a:schemeClr val="lt1"/>
                </a:solidFill>
              </a:defRPr>
            </a:lvl3pPr>
            <a:lvl4pPr marL="1828800" lvl="3" indent="-323850" algn="l">
              <a:lnSpc>
                <a:spcPct val="115000"/>
              </a:lnSpc>
              <a:spcBef>
                <a:spcPts val="0"/>
              </a:spcBef>
              <a:spcAft>
                <a:spcPts val="0"/>
              </a:spcAft>
              <a:buClr>
                <a:schemeClr val="lt1"/>
              </a:buClr>
              <a:buSzPts val="1500"/>
              <a:buChar char="●"/>
              <a:defRPr>
                <a:solidFill>
                  <a:schemeClr val="lt1"/>
                </a:solidFill>
              </a:defRPr>
            </a:lvl4pPr>
            <a:lvl5pPr marL="2286000" lvl="4" indent="-323850" algn="l">
              <a:lnSpc>
                <a:spcPct val="115000"/>
              </a:lnSpc>
              <a:spcBef>
                <a:spcPts val="0"/>
              </a:spcBef>
              <a:spcAft>
                <a:spcPts val="0"/>
              </a:spcAft>
              <a:buClr>
                <a:schemeClr val="lt1"/>
              </a:buClr>
              <a:buSzPts val="1500"/>
              <a:buChar char="○"/>
              <a:defRPr>
                <a:solidFill>
                  <a:schemeClr val="lt1"/>
                </a:solidFill>
              </a:defRPr>
            </a:lvl5pPr>
            <a:lvl6pPr marL="2743200" lvl="5" indent="-323850" algn="l">
              <a:lnSpc>
                <a:spcPct val="115000"/>
              </a:lnSpc>
              <a:spcBef>
                <a:spcPts val="0"/>
              </a:spcBef>
              <a:spcAft>
                <a:spcPts val="0"/>
              </a:spcAft>
              <a:buClr>
                <a:schemeClr val="lt1"/>
              </a:buClr>
              <a:buSzPts val="1500"/>
              <a:buChar char="■"/>
              <a:defRPr>
                <a:solidFill>
                  <a:schemeClr val="lt1"/>
                </a:solidFill>
              </a:defRPr>
            </a:lvl6pPr>
            <a:lvl7pPr marL="3200400" lvl="6" indent="-323850" algn="l">
              <a:lnSpc>
                <a:spcPct val="115000"/>
              </a:lnSpc>
              <a:spcBef>
                <a:spcPts val="0"/>
              </a:spcBef>
              <a:spcAft>
                <a:spcPts val="0"/>
              </a:spcAft>
              <a:buClr>
                <a:schemeClr val="lt1"/>
              </a:buClr>
              <a:buSzPts val="1500"/>
              <a:buChar char="●"/>
              <a:defRPr>
                <a:solidFill>
                  <a:schemeClr val="lt1"/>
                </a:solidFill>
              </a:defRPr>
            </a:lvl7pPr>
            <a:lvl8pPr marL="3657600" lvl="7" indent="-323850" algn="l">
              <a:lnSpc>
                <a:spcPct val="115000"/>
              </a:lnSpc>
              <a:spcBef>
                <a:spcPts val="0"/>
              </a:spcBef>
              <a:spcAft>
                <a:spcPts val="0"/>
              </a:spcAft>
              <a:buClr>
                <a:schemeClr val="lt1"/>
              </a:buClr>
              <a:buSzPts val="1500"/>
              <a:buChar char="○"/>
              <a:defRPr>
                <a:solidFill>
                  <a:schemeClr val="lt1"/>
                </a:solidFill>
              </a:defRPr>
            </a:lvl8pPr>
            <a:lvl9pPr marL="4114800" lvl="8" indent="-323850" algn="l">
              <a:lnSpc>
                <a:spcPct val="115000"/>
              </a:lnSpc>
              <a:spcBef>
                <a:spcPts val="0"/>
              </a:spcBef>
              <a:spcAft>
                <a:spcPts val="0"/>
              </a:spcAft>
              <a:buClr>
                <a:schemeClr val="lt1"/>
              </a:buClr>
              <a:buSzPts val="1500"/>
              <a:buChar char="■"/>
              <a:defRPr>
                <a:solidFill>
                  <a:schemeClr val="lt1"/>
                </a:solidFill>
              </a:defRPr>
            </a:lvl9pPr>
          </a:lstStyle>
          <a:p>
            <a:endParaRPr/>
          </a:p>
        </p:txBody>
      </p:sp>
      <p:sp>
        <p:nvSpPr>
          <p:cNvPr id="95" name="Google Shape;95;g322db088abc_0_68"/>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g322db088abc_0_75"/>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9"/>
        <p:cNvGrpSpPr/>
        <p:nvPr/>
      </p:nvGrpSpPr>
      <p:grpSpPr>
        <a:xfrm>
          <a:off x="0" y="0"/>
          <a:ext cx="0" cy="0"/>
          <a:chOff x="0" y="0"/>
          <a:chExt cx="0" cy="0"/>
        </a:xfrm>
      </p:grpSpPr>
      <p:sp>
        <p:nvSpPr>
          <p:cNvPr id="10" name="Google Shape;10;g322db088abc_0_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9pPr>
          </a:lstStyle>
          <a:p>
            <a:endParaRPr/>
          </a:p>
        </p:txBody>
      </p:sp>
      <p:sp>
        <p:nvSpPr>
          <p:cNvPr id="11" name="Google Shape;11;g322db088abc_0_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36550" algn="l" rtl="0">
              <a:lnSpc>
                <a:spcPct val="115000"/>
              </a:lnSpc>
              <a:spcBef>
                <a:spcPts val="0"/>
              </a:spcBef>
              <a:spcAft>
                <a:spcPts val="0"/>
              </a:spcAft>
              <a:buClr>
                <a:schemeClr val="accent1"/>
              </a:buClr>
              <a:buSzPts val="1700"/>
              <a:buFont typeface="Lato"/>
              <a:buChar char="●"/>
              <a:defRPr sz="1700" b="0" i="0" u="none" strike="noStrike" cap="none">
                <a:solidFill>
                  <a:schemeClr val="accent1"/>
                </a:solidFill>
                <a:latin typeface="Lato"/>
                <a:ea typeface="Lato"/>
                <a:cs typeface="Lato"/>
                <a:sym typeface="Lato"/>
              </a:defRPr>
            </a:lvl1pPr>
            <a:lvl2pPr marL="914400" marR="0" lvl="1"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2pPr>
            <a:lvl3pPr marL="1371600" marR="0" lvl="2"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3pPr>
            <a:lvl4pPr marL="1828800" marR="0" lvl="3"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4pPr>
            <a:lvl5pPr marL="2286000" marR="0" lvl="4"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5pPr>
            <a:lvl6pPr marL="2743200" marR="0" lvl="5"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6pPr>
            <a:lvl7pPr marL="3200400" marR="0" lvl="6"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7pPr>
            <a:lvl8pPr marL="3657600" marR="0" lvl="7"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8pPr>
            <a:lvl9pPr marL="4114800" marR="0" lvl="8" indent="-323850" algn="l" rtl="0">
              <a:lnSpc>
                <a:spcPct val="115000"/>
              </a:lnSpc>
              <a:spcBef>
                <a:spcPts val="0"/>
              </a:spcBef>
              <a:spcAft>
                <a:spcPts val="0"/>
              </a:spcAft>
              <a:buClr>
                <a:schemeClr val="accent1"/>
              </a:buClr>
              <a:buSzPts val="1500"/>
              <a:buFont typeface="Lato"/>
              <a:buChar char="■"/>
              <a:defRPr sz="1500" b="0" i="0" u="none" strike="noStrike" cap="none">
                <a:solidFill>
                  <a:schemeClr val="accent1"/>
                </a:solidFill>
                <a:latin typeface="Lato"/>
                <a:ea typeface="Lato"/>
                <a:cs typeface="Lato"/>
                <a:sym typeface="Lato"/>
              </a:defRPr>
            </a:lvl9pPr>
          </a:lstStyle>
          <a:p>
            <a:endParaRPr/>
          </a:p>
        </p:txBody>
      </p:sp>
      <p:sp>
        <p:nvSpPr>
          <p:cNvPr id="12" name="Google Shape;12;g322db088abc_0_0"/>
          <p:cNvSpPr txBox="1">
            <a:spLocks noGrp="1"/>
          </p:cNvSpPr>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972825" y="1799171"/>
            <a:ext cx="10250700" cy="10329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a:t>IoT &amp; Sensor Data</a:t>
            </a:r>
            <a:endParaRPr/>
          </a:p>
        </p:txBody>
      </p:sp>
      <p:sp>
        <p:nvSpPr>
          <p:cNvPr id="103" name="Google Shape;103;p1"/>
          <p:cNvSpPr txBox="1">
            <a:spLocks noGrp="1"/>
          </p:cNvSpPr>
          <p:nvPr>
            <p:ph type="subTitle" idx="1"/>
          </p:nvPr>
        </p:nvSpPr>
        <p:spPr>
          <a:xfrm>
            <a:off x="972837" y="4171008"/>
            <a:ext cx="10250700" cy="7215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0"/>
              </a:spcBef>
              <a:spcAft>
                <a:spcPts val="0"/>
              </a:spcAft>
              <a:buSzPct val="169354"/>
              <a:buNone/>
            </a:pPr>
            <a:r>
              <a:rPr lang="en-US" sz="1600"/>
              <a:t>Shabab Akhter</a:t>
            </a:r>
            <a:endParaRPr sz="1600"/>
          </a:p>
          <a:p>
            <a:pPr marL="0" lvl="0" indent="0" algn="l" rtl="0">
              <a:lnSpc>
                <a:spcPct val="100000"/>
              </a:lnSpc>
              <a:spcBef>
                <a:spcPts val="0"/>
              </a:spcBef>
              <a:spcAft>
                <a:spcPts val="0"/>
              </a:spcAft>
              <a:buSzPct val="169354"/>
              <a:buNone/>
            </a:pPr>
            <a:r>
              <a:rPr lang="en-US" sz="1600"/>
              <a:t>External Lecturer</a:t>
            </a:r>
            <a:endParaRPr sz="1600"/>
          </a:p>
          <a:p>
            <a:pPr marL="0" lvl="0" indent="0" algn="l" rtl="0">
              <a:lnSpc>
                <a:spcPct val="100000"/>
              </a:lnSpc>
              <a:spcBef>
                <a:spcPts val="0"/>
              </a:spcBef>
              <a:spcAft>
                <a:spcPts val="0"/>
              </a:spcAft>
              <a:buSzPct val="169354"/>
              <a:buNone/>
            </a:pPr>
            <a:r>
              <a:rPr lang="en-US" sz="1600"/>
              <a:t>RUC</a:t>
            </a:r>
            <a:endParaRPr sz="1600"/>
          </a:p>
          <a:p>
            <a:pPr marL="0" lvl="0" indent="0" algn="ctr" rtl="0">
              <a:lnSpc>
                <a:spcPct val="90000"/>
              </a:lnSpc>
              <a:spcBef>
                <a:spcPts val="0"/>
              </a:spcBef>
              <a:spcAft>
                <a:spcPts val="0"/>
              </a:spcAft>
              <a:buClr>
                <a:schemeClr val="dk1"/>
              </a:buClr>
              <a:buSzPct val="114284"/>
              <a:buNone/>
            </a:pPr>
            <a:endParaRPr/>
          </a:p>
        </p:txBody>
      </p:sp>
      <p:sp>
        <p:nvSpPr>
          <p:cNvPr id="2" name="Footer Placeholder 5">
            <a:extLst>
              <a:ext uri="{FF2B5EF4-FFF2-40B4-BE49-F238E27FC236}">
                <a16:creationId xmlns:a16="http://schemas.microsoft.com/office/drawing/2014/main" id="{54F89ABD-C738-341E-36A1-64C71900A963}"/>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154D0834-365D-C857-A35D-B0A6388167B4}"/>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322db088abc_0_103"/>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500"/>
              <a:buNone/>
            </a:pPr>
            <a:r>
              <a:rPr lang="en-US" sz="3700"/>
              <a:t>Contents</a:t>
            </a:r>
            <a:endParaRPr sz="3700"/>
          </a:p>
        </p:txBody>
      </p:sp>
      <p:sp>
        <p:nvSpPr>
          <p:cNvPr id="110" name="Google Shape;110;g322db088abc_0_103"/>
          <p:cNvSpPr txBox="1">
            <a:spLocks noGrp="1"/>
          </p:cNvSpPr>
          <p:nvPr>
            <p:ph type="body" idx="1"/>
          </p:nvPr>
        </p:nvSpPr>
        <p:spPr>
          <a:xfrm>
            <a:off x="970200" y="2543025"/>
            <a:ext cx="10251600" cy="3768600"/>
          </a:xfrm>
          <a:prstGeom prst="rect">
            <a:avLst/>
          </a:prstGeom>
          <a:noFill/>
          <a:ln>
            <a:noFill/>
          </a:ln>
        </p:spPr>
        <p:txBody>
          <a:bodyPr spcFirstLastPara="1" wrap="square" lIns="121900" tIns="121900" rIns="121900" bIns="121900" anchor="t" anchorCtr="0">
            <a:noAutofit/>
          </a:bodyPr>
          <a:lstStyle/>
          <a:p>
            <a:pPr marL="457200" lvl="0" indent="-311150" algn="l" rtl="0">
              <a:spcBef>
                <a:spcPts val="0"/>
              </a:spcBef>
              <a:spcAft>
                <a:spcPts val="0"/>
              </a:spcAft>
              <a:buSzPts val="1300"/>
              <a:buAutoNum type="arabicPeriod"/>
            </a:pPr>
            <a:r>
              <a:rPr lang="en-US" sz="1300" dirty="0"/>
              <a:t>Background &amp; fundamentals of IoT &amp; sensor data analysis</a:t>
            </a:r>
            <a:endParaRPr sz="1300" dirty="0"/>
          </a:p>
          <a:p>
            <a:pPr marL="914400" lvl="1" indent="-298450" algn="l" rtl="0">
              <a:spcBef>
                <a:spcPts val="0"/>
              </a:spcBef>
              <a:spcAft>
                <a:spcPts val="0"/>
              </a:spcAft>
              <a:buSzPts val="1100"/>
              <a:buAutoNum type="alphaLcPeriod"/>
            </a:pPr>
            <a:r>
              <a:rPr lang="en-US" sz="1100" dirty="0"/>
              <a:t>What is IoT?</a:t>
            </a:r>
            <a:endParaRPr sz="1100" dirty="0"/>
          </a:p>
          <a:p>
            <a:pPr marL="914400" lvl="1" indent="-298450" algn="l" rtl="0">
              <a:spcBef>
                <a:spcPts val="0"/>
              </a:spcBef>
              <a:spcAft>
                <a:spcPts val="0"/>
              </a:spcAft>
              <a:buSzPts val="1100"/>
              <a:buAutoNum type="alphaLcPeriod"/>
            </a:pPr>
            <a:r>
              <a:rPr lang="en-US" sz="1100" dirty="0"/>
              <a:t>What are the key challenges with IoT data?</a:t>
            </a:r>
            <a:endParaRPr sz="1100" dirty="0"/>
          </a:p>
          <a:p>
            <a:pPr marL="914400" lvl="1" indent="-298450" algn="l" rtl="0">
              <a:spcBef>
                <a:spcPts val="0"/>
              </a:spcBef>
              <a:spcAft>
                <a:spcPts val="0"/>
              </a:spcAft>
              <a:buSzPts val="1100"/>
              <a:buAutoNum type="alphaLcPeriod"/>
            </a:pPr>
            <a:r>
              <a:rPr lang="en-US" sz="1100" dirty="0"/>
              <a:t>Exercise - load sensor data and visualize</a:t>
            </a:r>
            <a:endParaRPr sz="1100" dirty="0"/>
          </a:p>
          <a:p>
            <a:pPr marL="457200" lvl="0" indent="-311150" algn="l" rtl="0">
              <a:spcBef>
                <a:spcPts val="0"/>
              </a:spcBef>
              <a:spcAft>
                <a:spcPts val="0"/>
              </a:spcAft>
              <a:buSzPts val="1300"/>
              <a:buAutoNum type="arabicPeriod"/>
            </a:pPr>
            <a:r>
              <a:rPr lang="en-US" sz="1300" dirty="0"/>
              <a:t>IoT Connectivity</a:t>
            </a:r>
            <a:endParaRPr sz="1300" dirty="0"/>
          </a:p>
          <a:p>
            <a:pPr marL="914400" lvl="1" indent="-311150" algn="l" rtl="0">
              <a:spcBef>
                <a:spcPts val="0"/>
              </a:spcBef>
              <a:spcAft>
                <a:spcPts val="0"/>
              </a:spcAft>
              <a:buSzPts val="1300"/>
              <a:buAutoNum type="alphaLcPeriod"/>
            </a:pPr>
            <a:r>
              <a:rPr lang="en-US" sz="1300" dirty="0"/>
              <a:t>Protocols</a:t>
            </a:r>
            <a:endParaRPr sz="1300" dirty="0"/>
          </a:p>
          <a:p>
            <a:pPr marL="914400" lvl="1" indent="-311150" algn="l" rtl="0">
              <a:spcBef>
                <a:spcPts val="0"/>
              </a:spcBef>
              <a:spcAft>
                <a:spcPts val="0"/>
              </a:spcAft>
              <a:buSzPts val="1300"/>
              <a:buAutoNum type="alphaLcPeriod"/>
            </a:pPr>
            <a:r>
              <a:rPr lang="en-US" sz="1300" dirty="0"/>
              <a:t>Data &amp; Analytics</a:t>
            </a:r>
            <a:endParaRPr sz="1300" dirty="0"/>
          </a:p>
          <a:p>
            <a:pPr marL="914400" lvl="1" indent="-311150" algn="l" rtl="0">
              <a:spcBef>
                <a:spcPts val="0"/>
              </a:spcBef>
              <a:spcAft>
                <a:spcPts val="0"/>
              </a:spcAft>
              <a:buSzPts val="1300"/>
              <a:buAutoNum type="alphaLcPeriod"/>
            </a:pPr>
            <a:r>
              <a:rPr lang="en-US" sz="1300" dirty="0"/>
              <a:t>MQTT</a:t>
            </a:r>
          </a:p>
          <a:p>
            <a:pPr marL="914400" lvl="1" indent="-311150" algn="l" rtl="0">
              <a:spcBef>
                <a:spcPts val="0"/>
              </a:spcBef>
              <a:spcAft>
                <a:spcPts val="0"/>
              </a:spcAft>
              <a:buSzPts val="1300"/>
              <a:buAutoNum type="alphaLcPeriod"/>
            </a:pPr>
            <a:r>
              <a:rPr lang="en-US" sz="1300" dirty="0"/>
              <a:t>Exercise on MQTT</a:t>
            </a:r>
            <a:endParaRPr sz="1300" dirty="0"/>
          </a:p>
          <a:p>
            <a:pPr marL="457200" lvl="0" indent="-311150" algn="l" rtl="0">
              <a:spcBef>
                <a:spcPts val="0"/>
              </a:spcBef>
              <a:spcAft>
                <a:spcPts val="0"/>
              </a:spcAft>
              <a:buSzPts val="1300"/>
              <a:buAutoNum type="arabicPeriod"/>
            </a:pPr>
            <a:r>
              <a:rPr lang="en-US" sz="1300" dirty="0"/>
              <a:t>Predictive maintenance</a:t>
            </a:r>
            <a:endParaRPr sz="1300" dirty="0"/>
          </a:p>
          <a:p>
            <a:pPr marL="914400" lvl="1" indent="-298450" algn="l" rtl="0">
              <a:spcBef>
                <a:spcPts val="0"/>
              </a:spcBef>
              <a:spcAft>
                <a:spcPts val="0"/>
              </a:spcAft>
              <a:buSzPts val="1100"/>
              <a:buAutoNum type="alphaLcPeriod"/>
            </a:pPr>
            <a:r>
              <a:rPr lang="en-US" sz="1100" dirty="0"/>
              <a:t>ML modelling for predictive maintenance</a:t>
            </a:r>
            <a:endParaRPr sz="1100" dirty="0"/>
          </a:p>
          <a:p>
            <a:pPr marL="914400" lvl="1" indent="-298450" algn="l" rtl="0">
              <a:spcBef>
                <a:spcPts val="0"/>
              </a:spcBef>
              <a:spcAft>
                <a:spcPts val="0"/>
              </a:spcAft>
              <a:buSzPts val="1100"/>
              <a:buAutoNum type="alphaLcPeriod"/>
            </a:pPr>
            <a:r>
              <a:rPr lang="en-US" sz="1100" dirty="0"/>
              <a:t>Evaluation metrics</a:t>
            </a:r>
            <a:endParaRPr sz="1100" dirty="0"/>
          </a:p>
          <a:p>
            <a:pPr marL="914400" lvl="1" indent="-298450" algn="l" rtl="0">
              <a:spcBef>
                <a:spcPts val="0"/>
              </a:spcBef>
              <a:spcAft>
                <a:spcPts val="0"/>
              </a:spcAft>
              <a:buSzPts val="1100"/>
              <a:buAutoNum type="alphaLcPeriod"/>
            </a:pPr>
            <a:r>
              <a:rPr lang="en-US" sz="1100" dirty="0"/>
              <a:t>Exercise - predictive maintenance modelling</a:t>
            </a:r>
            <a:endParaRPr sz="1100" dirty="0"/>
          </a:p>
          <a:p>
            <a:pPr marL="457200" lvl="0" indent="-311150" algn="l" rtl="0">
              <a:spcBef>
                <a:spcPts val="0"/>
              </a:spcBef>
              <a:spcAft>
                <a:spcPts val="0"/>
              </a:spcAft>
              <a:buSzPts val="1300"/>
              <a:buAutoNum type="arabicPeriod"/>
            </a:pPr>
            <a:r>
              <a:rPr lang="en-US" sz="1300" dirty="0"/>
              <a:t>Real world considerations</a:t>
            </a:r>
            <a:endParaRPr sz="1300" dirty="0"/>
          </a:p>
          <a:p>
            <a:pPr marL="914400" lvl="1" indent="-298450" algn="l" rtl="0">
              <a:spcBef>
                <a:spcPts val="0"/>
              </a:spcBef>
              <a:spcAft>
                <a:spcPts val="0"/>
              </a:spcAft>
              <a:buSzPts val="1100"/>
              <a:buAutoNum type="alphaLcPeriod"/>
            </a:pPr>
            <a:r>
              <a:rPr lang="en-US" sz="1100" dirty="0"/>
              <a:t>IoT infrastructure &amp; Edge computing</a:t>
            </a:r>
            <a:endParaRPr sz="1100" dirty="0"/>
          </a:p>
          <a:p>
            <a:pPr marL="0" lvl="0" indent="0" algn="l" rtl="0">
              <a:lnSpc>
                <a:spcPct val="115000"/>
              </a:lnSpc>
              <a:spcBef>
                <a:spcPts val="1200"/>
              </a:spcBef>
              <a:spcAft>
                <a:spcPts val="1600"/>
              </a:spcAft>
              <a:buSzPts val="1700"/>
              <a:buNone/>
            </a:pPr>
            <a:endParaRPr sz="1100" dirty="0"/>
          </a:p>
        </p:txBody>
      </p:sp>
      <p:sp>
        <p:nvSpPr>
          <p:cNvPr id="2" name="Footer Placeholder 5">
            <a:extLst>
              <a:ext uri="{FF2B5EF4-FFF2-40B4-BE49-F238E27FC236}">
                <a16:creationId xmlns:a16="http://schemas.microsoft.com/office/drawing/2014/main" id="{739AB283-24FE-E739-EC1F-76C82AAA460F}"/>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52460C7F-7EDA-E6E8-9DA7-83F9C61BD915}"/>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12CC8AAC-DBF7-483A-13BC-AA64C0DEFA32}"/>
            </a:ext>
          </a:extLst>
        </p:cNvPr>
        <p:cNvGrpSpPr/>
        <p:nvPr/>
      </p:nvGrpSpPr>
      <p:grpSpPr>
        <a:xfrm>
          <a:off x="0" y="0"/>
          <a:ext cx="0" cy="0"/>
          <a:chOff x="0" y="0"/>
          <a:chExt cx="0" cy="0"/>
        </a:xfrm>
      </p:grpSpPr>
      <p:sp>
        <p:nvSpPr>
          <p:cNvPr id="109" name="Google Shape;109;g322db088abc_0_103">
            <a:extLst>
              <a:ext uri="{FF2B5EF4-FFF2-40B4-BE49-F238E27FC236}">
                <a16:creationId xmlns:a16="http://schemas.microsoft.com/office/drawing/2014/main" id="{05E7F215-E041-2065-07D8-EC970A97A270}"/>
              </a:ext>
            </a:extLst>
          </p:cNvPr>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500"/>
              <a:buNone/>
            </a:pPr>
            <a:r>
              <a:rPr lang="en-US" sz="3700"/>
              <a:t>Contents</a:t>
            </a:r>
            <a:endParaRPr sz="3700"/>
          </a:p>
        </p:txBody>
      </p:sp>
      <p:sp>
        <p:nvSpPr>
          <p:cNvPr id="110" name="Google Shape;110;g322db088abc_0_103">
            <a:extLst>
              <a:ext uri="{FF2B5EF4-FFF2-40B4-BE49-F238E27FC236}">
                <a16:creationId xmlns:a16="http://schemas.microsoft.com/office/drawing/2014/main" id="{1161E47E-7E1D-340A-E3D9-38B743396EAC}"/>
              </a:ext>
            </a:extLst>
          </p:cNvPr>
          <p:cNvSpPr txBox="1">
            <a:spLocks noGrp="1"/>
          </p:cNvSpPr>
          <p:nvPr>
            <p:ph type="body" idx="1"/>
          </p:nvPr>
        </p:nvSpPr>
        <p:spPr>
          <a:xfrm>
            <a:off x="970200" y="2543025"/>
            <a:ext cx="10251600" cy="3768600"/>
          </a:xfrm>
          <a:prstGeom prst="rect">
            <a:avLst/>
          </a:prstGeom>
          <a:noFill/>
          <a:ln>
            <a:noFill/>
          </a:ln>
        </p:spPr>
        <p:txBody>
          <a:bodyPr spcFirstLastPara="1" wrap="square" lIns="121900" tIns="121900" rIns="121900" bIns="121900" anchor="t" anchorCtr="0">
            <a:noAutofit/>
          </a:bodyPr>
          <a:lstStyle/>
          <a:p>
            <a:pPr marL="457200" lvl="0" indent="-311150" algn="l" rtl="0">
              <a:spcBef>
                <a:spcPts val="0"/>
              </a:spcBef>
              <a:spcAft>
                <a:spcPts val="0"/>
              </a:spcAft>
              <a:buSzPts val="1300"/>
              <a:buAutoNum type="arabicPeriod"/>
            </a:pPr>
            <a:r>
              <a:rPr lang="en-US" sz="1300" b="1" dirty="0">
                <a:solidFill>
                  <a:schemeClr val="tx1"/>
                </a:solidFill>
              </a:rPr>
              <a:t>Background &amp; fundamentals of IoT &amp; sensor data analysis</a:t>
            </a:r>
            <a:endParaRPr sz="1300" b="1" dirty="0">
              <a:solidFill>
                <a:schemeClr val="tx1"/>
              </a:solidFill>
            </a:endParaRPr>
          </a:p>
          <a:p>
            <a:pPr marL="914400" lvl="1" indent="-298450" algn="l" rtl="0">
              <a:spcBef>
                <a:spcPts val="0"/>
              </a:spcBef>
              <a:spcAft>
                <a:spcPts val="0"/>
              </a:spcAft>
              <a:buSzPts val="1100"/>
              <a:buAutoNum type="alphaLcPeriod"/>
            </a:pPr>
            <a:r>
              <a:rPr lang="en-US" sz="1100" b="1" dirty="0">
                <a:solidFill>
                  <a:schemeClr val="tx1"/>
                </a:solidFill>
              </a:rPr>
              <a:t>What is IoT?</a:t>
            </a:r>
            <a:endParaRPr sz="1100" b="1" dirty="0">
              <a:solidFill>
                <a:schemeClr val="tx1"/>
              </a:solidFill>
            </a:endParaRPr>
          </a:p>
          <a:p>
            <a:pPr marL="914400" lvl="1" indent="-298450" algn="l" rtl="0">
              <a:spcBef>
                <a:spcPts val="0"/>
              </a:spcBef>
              <a:spcAft>
                <a:spcPts val="0"/>
              </a:spcAft>
              <a:buSzPts val="1100"/>
              <a:buAutoNum type="alphaLcPeriod"/>
            </a:pPr>
            <a:r>
              <a:rPr lang="en-US" sz="1100" b="1" dirty="0">
                <a:solidFill>
                  <a:schemeClr val="tx1"/>
                </a:solidFill>
              </a:rPr>
              <a:t>What are the key challenges with IoT data?</a:t>
            </a:r>
            <a:endParaRPr sz="1100" b="1" dirty="0">
              <a:solidFill>
                <a:schemeClr val="tx1"/>
              </a:solidFill>
            </a:endParaRPr>
          </a:p>
          <a:p>
            <a:pPr marL="914400" lvl="1" indent="-298450" algn="l" rtl="0">
              <a:spcBef>
                <a:spcPts val="0"/>
              </a:spcBef>
              <a:spcAft>
                <a:spcPts val="0"/>
              </a:spcAft>
              <a:buSzPts val="1100"/>
              <a:buAutoNum type="alphaLcPeriod"/>
            </a:pPr>
            <a:r>
              <a:rPr lang="en-US" sz="1100" b="1" dirty="0">
                <a:solidFill>
                  <a:schemeClr val="tx1"/>
                </a:solidFill>
              </a:rPr>
              <a:t>Exercise - load sensor data and visualize</a:t>
            </a:r>
            <a:endParaRPr sz="1100" b="1" dirty="0">
              <a:solidFill>
                <a:schemeClr val="tx1"/>
              </a:solidFill>
            </a:endParaRPr>
          </a:p>
          <a:p>
            <a:pPr marL="457200" lvl="0" indent="-311150" algn="l" rtl="0">
              <a:spcBef>
                <a:spcPts val="0"/>
              </a:spcBef>
              <a:spcAft>
                <a:spcPts val="0"/>
              </a:spcAft>
              <a:buSzPts val="1300"/>
              <a:buAutoNum type="arabicPeriod"/>
            </a:pPr>
            <a:r>
              <a:rPr lang="en-US" sz="1300" dirty="0"/>
              <a:t>IoT Connectivity</a:t>
            </a:r>
            <a:endParaRPr sz="1300" dirty="0"/>
          </a:p>
          <a:p>
            <a:pPr marL="914400" lvl="1" indent="-311150" algn="l" rtl="0">
              <a:spcBef>
                <a:spcPts val="0"/>
              </a:spcBef>
              <a:spcAft>
                <a:spcPts val="0"/>
              </a:spcAft>
              <a:buSzPts val="1300"/>
              <a:buAutoNum type="alphaLcPeriod"/>
            </a:pPr>
            <a:r>
              <a:rPr lang="en-US" sz="1300" dirty="0"/>
              <a:t>Protocols</a:t>
            </a:r>
            <a:endParaRPr sz="1300" dirty="0"/>
          </a:p>
          <a:p>
            <a:pPr marL="914400" lvl="1" indent="-311150" algn="l" rtl="0">
              <a:spcBef>
                <a:spcPts val="0"/>
              </a:spcBef>
              <a:spcAft>
                <a:spcPts val="0"/>
              </a:spcAft>
              <a:buSzPts val="1300"/>
              <a:buAutoNum type="alphaLcPeriod"/>
            </a:pPr>
            <a:r>
              <a:rPr lang="en-US" sz="1300" dirty="0"/>
              <a:t>Data &amp; Analytics</a:t>
            </a:r>
            <a:endParaRPr sz="1300" dirty="0"/>
          </a:p>
          <a:p>
            <a:pPr marL="914400" lvl="1" indent="-311150" algn="l" rtl="0">
              <a:spcBef>
                <a:spcPts val="0"/>
              </a:spcBef>
              <a:spcAft>
                <a:spcPts val="0"/>
              </a:spcAft>
              <a:buSzPts val="1300"/>
              <a:buAutoNum type="alphaLcPeriod"/>
            </a:pPr>
            <a:r>
              <a:rPr lang="en-US" sz="1300" dirty="0"/>
              <a:t>MQTT</a:t>
            </a:r>
          </a:p>
          <a:p>
            <a:pPr marL="914400" lvl="1" indent="-311150" algn="l" rtl="0">
              <a:spcBef>
                <a:spcPts val="0"/>
              </a:spcBef>
              <a:spcAft>
                <a:spcPts val="0"/>
              </a:spcAft>
              <a:buSzPts val="1300"/>
              <a:buAutoNum type="alphaLcPeriod"/>
            </a:pPr>
            <a:r>
              <a:rPr lang="en-US" sz="1300" dirty="0"/>
              <a:t>Exercise on MQTT</a:t>
            </a:r>
            <a:endParaRPr sz="1300" dirty="0"/>
          </a:p>
          <a:p>
            <a:pPr marL="457200" lvl="0" indent="-311150" algn="l" rtl="0">
              <a:spcBef>
                <a:spcPts val="0"/>
              </a:spcBef>
              <a:spcAft>
                <a:spcPts val="0"/>
              </a:spcAft>
              <a:buSzPts val="1300"/>
              <a:buAutoNum type="arabicPeriod"/>
            </a:pPr>
            <a:r>
              <a:rPr lang="en-US" sz="1300" dirty="0"/>
              <a:t>Predictive maintenance</a:t>
            </a:r>
            <a:endParaRPr sz="1300" dirty="0"/>
          </a:p>
          <a:p>
            <a:pPr marL="914400" lvl="1" indent="-298450" algn="l" rtl="0">
              <a:spcBef>
                <a:spcPts val="0"/>
              </a:spcBef>
              <a:spcAft>
                <a:spcPts val="0"/>
              </a:spcAft>
              <a:buSzPts val="1100"/>
              <a:buAutoNum type="alphaLcPeriod"/>
            </a:pPr>
            <a:r>
              <a:rPr lang="en-US" sz="1100" dirty="0"/>
              <a:t>ML modelling for predictive maintenance</a:t>
            </a:r>
            <a:endParaRPr sz="1100" dirty="0"/>
          </a:p>
          <a:p>
            <a:pPr marL="914400" lvl="1" indent="-298450" algn="l" rtl="0">
              <a:spcBef>
                <a:spcPts val="0"/>
              </a:spcBef>
              <a:spcAft>
                <a:spcPts val="0"/>
              </a:spcAft>
              <a:buSzPts val="1100"/>
              <a:buAutoNum type="alphaLcPeriod"/>
            </a:pPr>
            <a:r>
              <a:rPr lang="en-US" sz="1100" dirty="0"/>
              <a:t>Evaluation metrics</a:t>
            </a:r>
            <a:endParaRPr sz="1100" dirty="0"/>
          </a:p>
          <a:p>
            <a:pPr marL="914400" lvl="1" indent="-298450" algn="l" rtl="0">
              <a:spcBef>
                <a:spcPts val="0"/>
              </a:spcBef>
              <a:spcAft>
                <a:spcPts val="0"/>
              </a:spcAft>
              <a:buSzPts val="1100"/>
              <a:buAutoNum type="alphaLcPeriod"/>
            </a:pPr>
            <a:r>
              <a:rPr lang="en-US" sz="1100" dirty="0"/>
              <a:t>Exercise - predictive maintenance modelling</a:t>
            </a:r>
            <a:endParaRPr sz="1100" dirty="0"/>
          </a:p>
          <a:p>
            <a:pPr marL="457200" lvl="0" indent="-311150" algn="l" rtl="0">
              <a:spcBef>
                <a:spcPts val="0"/>
              </a:spcBef>
              <a:spcAft>
                <a:spcPts val="0"/>
              </a:spcAft>
              <a:buSzPts val="1300"/>
              <a:buAutoNum type="arabicPeriod"/>
            </a:pPr>
            <a:r>
              <a:rPr lang="en-US" sz="1300" dirty="0"/>
              <a:t>Real world considerations</a:t>
            </a:r>
            <a:endParaRPr sz="1300" dirty="0"/>
          </a:p>
          <a:p>
            <a:pPr marL="914400" lvl="1" indent="-298450" algn="l" rtl="0">
              <a:spcBef>
                <a:spcPts val="0"/>
              </a:spcBef>
              <a:spcAft>
                <a:spcPts val="0"/>
              </a:spcAft>
              <a:buSzPts val="1100"/>
              <a:buAutoNum type="alphaLcPeriod"/>
            </a:pPr>
            <a:r>
              <a:rPr lang="en-US" sz="1100" dirty="0"/>
              <a:t>IoT infrastructure &amp; Edge computing</a:t>
            </a:r>
            <a:endParaRPr sz="1100" dirty="0"/>
          </a:p>
          <a:p>
            <a:pPr marL="0" lvl="0" indent="0" algn="l" rtl="0">
              <a:lnSpc>
                <a:spcPct val="115000"/>
              </a:lnSpc>
              <a:spcBef>
                <a:spcPts val="1200"/>
              </a:spcBef>
              <a:spcAft>
                <a:spcPts val="1600"/>
              </a:spcAft>
              <a:buSzPts val="1700"/>
              <a:buNone/>
            </a:pPr>
            <a:endParaRPr sz="1100" dirty="0"/>
          </a:p>
        </p:txBody>
      </p:sp>
      <p:sp>
        <p:nvSpPr>
          <p:cNvPr id="2" name="Footer Placeholder 5">
            <a:extLst>
              <a:ext uri="{FF2B5EF4-FFF2-40B4-BE49-F238E27FC236}">
                <a16:creationId xmlns:a16="http://schemas.microsoft.com/office/drawing/2014/main" id="{6F111BA8-286E-C304-B609-292AF727E239}"/>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68F9F3FB-72CF-54C5-4486-0BC44F2CB07B}"/>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3</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extLst>
      <p:ext uri="{BB962C8B-B14F-4D97-AF65-F5344CB8AC3E}">
        <p14:creationId xmlns:p14="http://schemas.microsoft.com/office/powerpoint/2010/main" val="1326401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g322e5e20229_0_3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Intro to IoT</a:t>
            </a:r>
            <a:endParaRPr dirty="0"/>
          </a:p>
        </p:txBody>
      </p:sp>
      <p:sp>
        <p:nvSpPr>
          <p:cNvPr id="117" name="Google Shape;117;g322e5e20229_0_30"/>
          <p:cNvSpPr txBox="1">
            <a:spLocks noGrp="1"/>
          </p:cNvSpPr>
          <p:nvPr>
            <p:ph type="body" idx="1"/>
          </p:nvPr>
        </p:nvSpPr>
        <p:spPr>
          <a:xfrm>
            <a:off x="838200" y="1690825"/>
            <a:ext cx="7365000" cy="348467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sz="1400" dirty="0"/>
              <a:t>The Internet of Things (IoT) refers to a network of interconnected devices and objects embedded with sensors and software that communicate and share data.</a:t>
            </a:r>
            <a:endParaRPr sz="1400" dirty="0"/>
          </a:p>
          <a:p>
            <a:pPr marL="0" lvl="0" indent="0" algn="l" rtl="0">
              <a:lnSpc>
                <a:spcPct val="90000"/>
              </a:lnSpc>
              <a:spcBef>
                <a:spcPts val="1600"/>
              </a:spcBef>
              <a:spcAft>
                <a:spcPts val="0"/>
              </a:spcAft>
              <a:buSzPts val="1800"/>
              <a:buNone/>
            </a:pPr>
            <a:r>
              <a:rPr lang="en-US" sz="1400" dirty="0"/>
              <a:t> They are mostly used for applications such as:</a:t>
            </a:r>
            <a:endParaRPr sz="1400" dirty="0"/>
          </a:p>
          <a:p>
            <a:pPr marL="457200" lvl="0" indent="0" algn="l" rtl="0">
              <a:spcBef>
                <a:spcPts val="1600"/>
              </a:spcBef>
              <a:spcAft>
                <a:spcPts val="0"/>
              </a:spcAft>
              <a:buNone/>
            </a:pPr>
            <a:r>
              <a:rPr lang="en-US" sz="1400" b="1" dirty="0"/>
              <a:t>Smart Homes:</a:t>
            </a:r>
            <a:r>
              <a:rPr lang="en-US" sz="1400" dirty="0"/>
              <a:t> IoT enables automation of home devices like lights, thermostats, and security cameras, improving energy efficiency, security, and convenience.</a:t>
            </a:r>
            <a:endParaRPr sz="1400" dirty="0"/>
          </a:p>
          <a:p>
            <a:pPr marL="457200" lvl="0" indent="0" algn="l" rtl="0">
              <a:spcBef>
                <a:spcPts val="1600"/>
              </a:spcBef>
              <a:spcAft>
                <a:spcPts val="0"/>
              </a:spcAft>
              <a:buNone/>
            </a:pPr>
            <a:r>
              <a:rPr lang="en-US" sz="1400" b="1" dirty="0"/>
              <a:t>Healthcare &amp; Remote Monitoring:</a:t>
            </a:r>
            <a:r>
              <a:rPr lang="en-US" sz="1400" dirty="0"/>
              <a:t> IoT devices track patient health data in real time, supporting better disease management and reducing hospital visits.</a:t>
            </a:r>
            <a:endParaRPr sz="1400" dirty="0"/>
          </a:p>
          <a:p>
            <a:pPr marL="457200" lvl="0" indent="0" algn="l" rtl="0">
              <a:spcBef>
                <a:spcPts val="1600"/>
              </a:spcBef>
              <a:spcAft>
                <a:spcPts val="0"/>
              </a:spcAft>
              <a:buNone/>
            </a:pPr>
            <a:r>
              <a:rPr lang="en-US" sz="1400" b="1" dirty="0"/>
              <a:t>Industrial IoT (</a:t>
            </a:r>
            <a:r>
              <a:rPr lang="en-US" sz="1400" b="1" dirty="0" err="1"/>
              <a:t>IIoT</a:t>
            </a:r>
            <a:r>
              <a:rPr lang="en-US" sz="1400" b="1" dirty="0"/>
              <a:t>): </a:t>
            </a:r>
            <a:r>
              <a:rPr lang="en-US" sz="1400" dirty="0"/>
              <a:t>In industries, IoT monitors machines, tracks inventory, and optimizes production, increasing efficiency and reducing downtime.</a:t>
            </a:r>
            <a:endParaRPr sz="1400" dirty="0"/>
          </a:p>
          <a:p>
            <a:pPr marL="457200" lvl="0" indent="0" algn="l" rtl="0">
              <a:spcBef>
                <a:spcPts val="1600"/>
              </a:spcBef>
              <a:spcAft>
                <a:spcPts val="0"/>
              </a:spcAft>
              <a:buNone/>
            </a:pPr>
            <a:r>
              <a:rPr lang="en-US" sz="1400" b="1" dirty="0"/>
              <a:t>Smart Cities: </a:t>
            </a:r>
            <a:r>
              <a:rPr lang="en-US" sz="1400" dirty="0"/>
              <a:t>IoT helps manage traffic, waste, and energy systems, reducing congestion, improving services, and saving resources.</a:t>
            </a:r>
            <a:endParaRPr sz="1400" dirty="0"/>
          </a:p>
        </p:txBody>
      </p:sp>
      <p:sp>
        <p:nvSpPr>
          <p:cNvPr id="118" name="Google Shape;118;g322e5e20229_0_30"/>
          <p:cNvSpPr txBox="1"/>
          <p:nvPr/>
        </p:nvSpPr>
        <p:spPr>
          <a:xfrm>
            <a:off x="8429250" y="1587700"/>
            <a:ext cx="3396600" cy="226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b="1">
                <a:solidFill>
                  <a:schemeClr val="accent1"/>
                </a:solidFill>
                <a:latin typeface="Lato"/>
                <a:ea typeface="Lato"/>
                <a:cs typeface="Lato"/>
                <a:sym typeface="Lato"/>
              </a:rPr>
              <a:t>Key Technologies:</a:t>
            </a:r>
            <a:endParaRPr b="1" i="0" u="none" strike="noStrike" cap="none">
              <a:solidFill>
                <a:schemeClr val="accent1"/>
              </a:solidFill>
              <a:latin typeface="Lato"/>
              <a:ea typeface="Lato"/>
              <a:cs typeface="Lato"/>
              <a:sym typeface="Lato"/>
            </a:endParaRPr>
          </a:p>
          <a:p>
            <a:pPr marL="457200" lvl="0" indent="-336550" algn="l" rtl="0">
              <a:spcBef>
                <a:spcPts val="0"/>
              </a:spcBef>
              <a:spcAft>
                <a:spcPts val="0"/>
              </a:spcAft>
              <a:buClr>
                <a:schemeClr val="dk1"/>
              </a:buClr>
              <a:buSzPts val="1700"/>
              <a:buFont typeface="Lato"/>
              <a:buChar char="●"/>
            </a:pPr>
            <a:r>
              <a:rPr lang="en-US">
                <a:solidFill>
                  <a:schemeClr val="accent1"/>
                </a:solidFill>
                <a:latin typeface="Lato"/>
                <a:ea typeface="Lato"/>
                <a:cs typeface="Lato"/>
                <a:sym typeface="Lato"/>
              </a:rPr>
              <a:t>Sensors</a:t>
            </a:r>
            <a:endParaRPr>
              <a:solidFill>
                <a:schemeClr val="accent1"/>
              </a:solidFill>
              <a:latin typeface="Lato"/>
              <a:ea typeface="Lato"/>
              <a:cs typeface="Lato"/>
              <a:sym typeface="Lato"/>
            </a:endParaRPr>
          </a:p>
          <a:p>
            <a:pPr marL="457200" lvl="0" indent="-336550" algn="l" rtl="0">
              <a:spcBef>
                <a:spcPts val="0"/>
              </a:spcBef>
              <a:spcAft>
                <a:spcPts val="0"/>
              </a:spcAft>
              <a:buClr>
                <a:schemeClr val="dk1"/>
              </a:buClr>
              <a:buSzPts val="1700"/>
              <a:buFont typeface="Lato"/>
              <a:buChar char="●"/>
            </a:pPr>
            <a:r>
              <a:rPr lang="en-US">
                <a:solidFill>
                  <a:schemeClr val="accent1"/>
                </a:solidFill>
                <a:latin typeface="Lato"/>
                <a:ea typeface="Lato"/>
                <a:cs typeface="Lato"/>
                <a:sym typeface="Lato"/>
              </a:rPr>
              <a:t>Data acquisition</a:t>
            </a:r>
            <a:endParaRPr>
              <a:solidFill>
                <a:schemeClr val="accent1"/>
              </a:solidFill>
              <a:latin typeface="Lato"/>
              <a:ea typeface="Lato"/>
              <a:cs typeface="Lato"/>
              <a:sym typeface="Lato"/>
            </a:endParaRPr>
          </a:p>
          <a:p>
            <a:pPr marL="457200" lvl="0" indent="-336550" algn="l" rtl="0">
              <a:spcBef>
                <a:spcPts val="0"/>
              </a:spcBef>
              <a:spcAft>
                <a:spcPts val="0"/>
              </a:spcAft>
              <a:buClr>
                <a:schemeClr val="dk1"/>
              </a:buClr>
              <a:buSzPts val="1700"/>
              <a:buFont typeface="Lato"/>
              <a:buChar char="●"/>
            </a:pPr>
            <a:r>
              <a:rPr lang="en-US">
                <a:solidFill>
                  <a:schemeClr val="accent1"/>
                </a:solidFill>
                <a:latin typeface="Lato"/>
                <a:ea typeface="Lato"/>
                <a:cs typeface="Lato"/>
                <a:sym typeface="Lato"/>
              </a:rPr>
              <a:t>Cloud/Edge computing</a:t>
            </a:r>
            <a:endParaRPr>
              <a:solidFill>
                <a:schemeClr val="accent1"/>
              </a:solidFill>
              <a:latin typeface="Lato"/>
              <a:ea typeface="Lato"/>
              <a:cs typeface="Lato"/>
              <a:sym typeface="Lato"/>
            </a:endParaRPr>
          </a:p>
          <a:p>
            <a:pPr marL="457200" lvl="0" indent="-336550" algn="l" rtl="0">
              <a:spcBef>
                <a:spcPts val="0"/>
              </a:spcBef>
              <a:spcAft>
                <a:spcPts val="0"/>
              </a:spcAft>
              <a:buClr>
                <a:schemeClr val="dk1"/>
              </a:buClr>
              <a:buSzPts val="1700"/>
              <a:buFont typeface="Lato"/>
              <a:buChar char="●"/>
            </a:pPr>
            <a:r>
              <a:rPr lang="en-US">
                <a:solidFill>
                  <a:schemeClr val="accent1"/>
                </a:solidFill>
                <a:latin typeface="Lato"/>
                <a:ea typeface="Lato"/>
                <a:cs typeface="Lato"/>
                <a:sym typeface="Lato"/>
              </a:rPr>
              <a:t>Machine learning for predictive analytics</a:t>
            </a:r>
            <a:endParaRPr>
              <a:solidFill>
                <a:schemeClr val="accent1"/>
              </a:solidFill>
              <a:latin typeface="Lato"/>
              <a:ea typeface="Lato"/>
              <a:cs typeface="Lato"/>
              <a:sym typeface="Lato"/>
            </a:endParaRPr>
          </a:p>
          <a:p>
            <a:pPr marL="457200" lvl="0" indent="0" algn="l" rtl="0">
              <a:spcBef>
                <a:spcPts val="0"/>
              </a:spcBef>
              <a:spcAft>
                <a:spcPts val="0"/>
              </a:spcAft>
              <a:buNone/>
            </a:pPr>
            <a:endParaRPr>
              <a:solidFill>
                <a:schemeClr val="accent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700"/>
              <a:buFont typeface="Arial"/>
              <a:buNone/>
            </a:pPr>
            <a:endParaRPr b="0" i="0" u="none" strike="noStrike" cap="none">
              <a:solidFill>
                <a:schemeClr val="accent1"/>
              </a:solidFill>
              <a:latin typeface="Lato"/>
              <a:ea typeface="Lato"/>
              <a:cs typeface="Lato"/>
              <a:sym typeface="Lato"/>
            </a:endParaRPr>
          </a:p>
        </p:txBody>
      </p:sp>
      <p:pic>
        <p:nvPicPr>
          <p:cNvPr id="119" name="Google Shape;119;g322e5e20229_0_30"/>
          <p:cNvPicPr preferRelativeResize="0"/>
          <p:nvPr/>
        </p:nvPicPr>
        <p:blipFill>
          <a:blip r:embed="rId3">
            <a:alphaModFix/>
          </a:blip>
          <a:stretch>
            <a:fillRect/>
          </a:stretch>
        </p:blipFill>
        <p:spPr>
          <a:xfrm>
            <a:off x="892950" y="2855418"/>
            <a:ext cx="386876" cy="362475"/>
          </a:xfrm>
          <a:prstGeom prst="rect">
            <a:avLst/>
          </a:prstGeom>
          <a:noFill/>
          <a:ln>
            <a:noFill/>
          </a:ln>
        </p:spPr>
      </p:pic>
      <p:pic>
        <p:nvPicPr>
          <p:cNvPr id="120" name="Google Shape;120;g322e5e20229_0_30"/>
          <p:cNvPicPr preferRelativeResize="0"/>
          <p:nvPr/>
        </p:nvPicPr>
        <p:blipFill rotWithShape="1">
          <a:blip r:embed="rId4">
            <a:alphaModFix/>
          </a:blip>
          <a:srcRect l="19338" t="18062" r="20493" b="20730"/>
          <a:stretch/>
        </p:blipFill>
        <p:spPr>
          <a:xfrm>
            <a:off x="927834" y="3418573"/>
            <a:ext cx="441625" cy="449244"/>
          </a:xfrm>
          <a:prstGeom prst="rect">
            <a:avLst/>
          </a:prstGeom>
          <a:noFill/>
          <a:ln>
            <a:noFill/>
          </a:ln>
        </p:spPr>
      </p:pic>
      <p:pic>
        <p:nvPicPr>
          <p:cNvPr id="121" name="Google Shape;121;g322e5e20229_0_30"/>
          <p:cNvPicPr preferRelativeResize="0"/>
          <p:nvPr/>
        </p:nvPicPr>
        <p:blipFill>
          <a:blip r:embed="rId5">
            <a:alphaModFix/>
          </a:blip>
          <a:stretch>
            <a:fillRect/>
          </a:stretch>
        </p:blipFill>
        <p:spPr>
          <a:xfrm>
            <a:off x="927777" y="4002494"/>
            <a:ext cx="386875" cy="386875"/>
          </a:xfrm>
          <a:prstGeom prst="rect">
            <a:avLst/>
          </a:prstGeom>
          <a:noFill/>
          <a:ln>
            <a:noFill/>
          </a:ln>
        </p:spPr>
      </p:pic>
      <p:pic>
        <p:nvPicPr>
          <p:cNvPr id="122" name="Google Shape;122;g322e5e20229_0_30"/>
          <p:cNvPicPr preferRelativeResize="0"/>
          <p:nvPr/>
        </p:nvPicPr>
        <p:blipFill>
          <a:blip r:embed="rId6">
            <a:alphaModFix/>
          </a:blip>
          <a:stretch>
            <a:fillRect/>
          </a:stretch>
        </p:blipFill>
        <p:spPr>
          <a:xfrm>
            <a:off x="892950" y="4524046"/>
            <a:ext cx="386875" cy="386875"/>
          </a:xfrm>
          <a:prstGeom prst="rect">
            <a:avLst/>
          </a:prstGeom>
          <a:noFill/>
          <a:ln>
            <a:noFill/>
          </a:ln>
        </p:spPr>
      </p:pic>
      <p:pic>
        <p:nvPicPr>
          <p:cNvPr id="123" name="Google Shape;123;g322e5e20229_0_30"/>
          <p:cNvPicPr preferRelativeResize="0"/>
          <p:nvPr/>
        </p:nvPicPr>
        <p:blipFill rotWithShape="1">
          <a:blip r:embed="rId7">
            <a:alphaModFix/>
          </a:blip>
          <a:srcRect t="11095"/>
          <a:stretch/>
        </p:blipFill>
        <p:spPr>
          <a:xfrm>
            <a:off x="8429250" y="3543843"/>
            <a:ext cx="2954975" cy="2162013"/>
          </a:xfrm>
          <a:prstGeom prst="rect">
            <a:avLst/>
          </a:prstGeom>
          <a:noFill/>
          <a:ln>
            <a:noFill/>
          </a:ln>
        </p:spPr>
      </p:pic>
      <p:sp>
        <p:nvSpPr>
          <p:cNvPr id="2" name="Footer Placeholder 5">
            <a:extLst>
              <a:ext uri="{FF2B5EF4-FFF2-40B4-BE49-F238E27FC236}">
                <a16:creationId xmlns:a16="http://schemas.microsoft.com/office/drawing/2014/main" id="{88B19310-3482-179C-B887-D433C2EDFE47}"/>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D87D1B83-014D-D7C7-33D2-F48BBF057B20}"/>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4</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324a5aa45d8_0_7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IoT Computing Layers</a:t>
            </a:r>
            <a:endParaRPr/>
          </a:p>
        </p:txBody>
      </p:sp>
      <p:sp>
        <p:nvSpPr>
          <p:cNvPr id="130" name="Google Shape;130;g324a5aa45d8_0_76"/>
          <p:cNvSpPr txBox="1">
            <a:spLocks noGrp="1"/>
          </p:cNvSpPr>
          <p:nvPr>
            <p:ph type="body" idx="1"/>
          </p:nvPr>
        </p:nvSpPr>
        <p:spPr>
          <a:xfrm>
            <a:off x="838200" y="1772206"/>
            <a:ext cx="4464600" cy="3653862"/>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US" sz="1400" b="1" dirty="0"/>
              <a:t>Cloud </a:t>
            </a:r>
            <a:r>
              <a:rPr lang="en-US" sz="1400" dirty="0"/>
              <a:t>computing layer</a:t>
            </a:r>
            <a:endParaRPr sz="1400" dirty="0"/>
          </a:p>
          <a:p>
            <a:pPr marL="457200" lvl="0" indent="-342900" algn="l" rtl="0">
              <a:spcBef>
                <a:spcPts val="1000"/>
              </a:spcBef>
              <a:spcAft>
                <a:spcPts val="0"/>
              </a:spcAft>
              <a:buSzPts val="1800"/>
              <a:buChar char="●"/>
            </a:pPr>
            <a:r>
              <a:rPr lang="en-US" sz="1400" dirty="0"/>
              <a:t>Aggregates data summaries from multiple fog nodes</a:t>
            </a:r>
            <a:endParaRPr sz="1400" dirty="0"/>
          </a:p>
          <a:p>
            <a:pPr marL="457200" lvl="0" indent="-342900" algn="l" rtl="0">
              <a:spcBef>
                <a:spcPts val="0"/>
              </a:spcBef>
              <a:spcAft>
                <a:spcPts val="0"/>
              </a:spcAft>
              <a:buSzPts val="1800"/>
              <a:buChar char="●"/>
            </a:pPr>
            <a:r>
              <a:rPr lang="en-US" sz="1400" dirty="0"/>
              <a:t>Performs deeper analysis on large data sets and sends application rules to fog nodes</a:t>
            </a:r>
            <a:endParaRPr sz="1400" dirty="0"/>
          </a:p>
          <a:p>
            <a:pPr marL="0" lvl="0" indent="0" algn="l" rtl="0">
              <a:spcBef>
                <a:spcPts val="1000"/>
              </a:spcBef>
              <a:spcAft>
                <a:spcPts val="0"/>
              </a:spcAft>
              <a:buNone/>
            </a:pPr>
            <a:r>
              <a:rPr lang="en-US" sz="1400" b="1" dirty="0"/>
              <a:t>Fog </a:t>
            </a:r>
            <a:r>
              <a:rPr lang="en-US" sz="1400" dirty="0"/>
              <a:t>computing layer</a:t>
            </a:r>
            <a:endParaRPr sz="1400" dirty="0"/>
          </a:p>
          <a:p>
            <a:pPr marL="457200" lvl="0" indent="-342900" algn="l" rtl="0">
              <a:spcBef>
                <a:spcPts val="1000"/>
              </a:spcBef>
              <a:spcAft>
                <a:spcPts val="0"/>
              </a:spcAft>
              <a:buSzPts val="1800"/>
              <a:buChar char="●"/>
            </a:pPr>
            <a:r>
              <a:rPr lang="en-US" sz="1400" dirty="0"/>
              <a:t>Transient storage for immediate data</a:t>
            </a:r>
            <a:endParaRPr sz="1400" dirty="0"/>
          </a:p>
          <a:p>
            <a:pPr marL="457200" lvl="0" indent="-342900" algn="l" rtl="0">
              <a:spcBef>
                <a:spcPts val="0"/>
              </a:spcBef>
              <a:spcAft>
                <a:spcPts val="0"/>
              </a:spcAft>
              <a:buSzPts val="1800"/>
              <a:buChar char="●"/>
            </a:pPr>
            <a:r>
              <a:rPr lang="en-US" sz="1400" dirty="0"/>
              <a:t>Real-time analytics and control based on application rules provided by cloud layer</a:t>
            </a:r>
            <a:endParaRPr sz="1400" dirty="0"/>
          </a:p>
          <a:p>
            <a:pPr marL="0" lvl="0" indent="0" algn="l" rtl="0">
              <a:spcBef>
                <a:spcPts val="1000"/>
              </a:spcBef>
              <a:spcAft>
                <a:spcPts val="0"/>
              </a:spcAft>
              <a:buNone/>
            </a:pPr>
            <a:r>
              <a:rPr lang="en-US" sz="1400" b="1" dirty="0"/>
              <a:t>Edge </a:t>
            </a:r>
            <a:r>
              <a:rPr lang="en-US" sz="1400" dirty="0"/>
              <a:t>computing layer</a:t>
            </a:r>
            <a:endParaRPr sz="1400" dirty="0"/>
          </a:p>
          <a:p>
            <a:pPr marL="457200" lvl="0" indent="-342900" algn="l" rtl="0">
              <a:spcBef>
                <a:spcPts val="1000"/>
              </a:spcBef>
              <a:spcAft>
                <a:spcPts val="0"/>
              </a:spcAft>
              <a:buSzPts val="1800"/>
              <a:buChar char="●"/>
            </a:pPr>
            <a:r>
              <a:rPr lang="en-US" sz="1400" dirty="0"/>
              <a:t>Capture user interactions and send feeds to Fog node</a:t>
            </a:r>
            <a:endParaRPr sz="1400" dirty="0"/>
          </a:p>
          <a:p>
            <a:pPr marL="457200" lvl="0" indent="-342900" algn="l" rtl="0">
              <a:spcBef>
                <a:spcPts val="0"/>
              </a:spcBef>
              <a:spcAft>
                <a:spcPts val="0"/>
              </a:spcAft>
              <a:buSzPts val="1800"/>
              <a:buChar char="●"/>
            </a:pPr>
            <a:r>
              <a:rPr lang="en-US" sz="1400" dirty="0"/>
              <a:t>Performs intelligent actions based on real-time control signals from fog nodes</a:t>
            </a:r>
            <a:endParaRPr sz="1400" dirty="0"/>
          </a:p>
        </p:txBody>
      </p:sp>
      <p:pic>
        <p:nvPicPr>
          <p:cNvPr id="131" name="Google Shape;131;g324a5aa45d8_0_76"/>
          <p:cNvPicPr preferRelativeResize="0"/>
          <p:nvPr/>
        </p:nvPicPr>
        <p:blipFill>
          <a:blip r:embed="rId3">
            <a:alphaModFix/>
          </a:blip>
          <a:stretch>
            <a:fillRect/>
          </a:stretch>
        </p:blipFill>
        <p:spPr>
          <a:xfrm>
            <a:off x="5812392" y="1350549"/>
            <a:ext cx="5782201" cy="4156901"/>
          </a:xfrm>
          <a:prstGeom prst="rect">
            <a:avLst/>
          </a:prstGeom>
          <a:noFill/>
          <a:ln>
            <a:noFill/>
          </a:ln>
        </p:spPr>
      </p:pic>
      <p:sp>
        <p:nvSpPr>
          <p:cNvPr id="2" name="Footer Placeholder 5">
            <a:extLst>
              <a:ext uri="{FF2B5EF4-FFF2-40B4-BE49-F238E27FC236}">
                <a16:creationId xmlns:a16="http://schemas.microsoft.com/office/drawing/2014/main" id="{D53191A3-789F-9856-961B-B469E0094825}"/>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3DC56319-5A4E-A992-4597-E9F19769AC93}"/>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5</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g324a5aa45d8_0_13"/>
          <p:cNvPicPr preferRelativeResize="0"/>
          <p:nvPr/>
        </p:nvPicPr>
        <p:blipFill>
          <a:blip r:embed="rId3">
            <a:alphaModFix/>
          </a:blip>
          <a:stretch>
            <a:fillRect/>
          </a:stretch>
        </p:blipFill>
        <p:spPr>
          <a:xfrm>
            <a:off x="2959000" y="664771"/>
            <a:ext cx="6273999" cy="4705500"/>
          </a:xfrm>
          <a:prstGeom prst="rect">
            <a:avLst/>
          </a:prstGeom>
          <a:noFill/>
          <a:ln>
            <a:noFill/>
          </a:ln>
        </p:spPr>
      </p:pic>
      <p:sp>
        <p:nvSpPr>
          <p:cNvPr id="138" name="Google Shape;138;g324a5aa45d8_0_1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Connection Types in IoT</a:t>
            </a:r>
            <a:endParaRPr/>
          </a:p>
        </p:txBody>
      </p:sp>
      <p:sp>
        <p:nvSpPr>
          <p:cNvPr id="139" name="Google Shape;139;g324a5aa45d8_0_13"/>
          <p:cNvSpPr/>
          <p:nvPr/>
        </p:nvSpPr>
        <p:spPr>
          <a:xfrm>
            <a:off x="451026" y="2537445"/>
            <a:ext cx="3401700" cy="13257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0" name="Google Shape;140;g324a5aa45d8_0_13"/>
          <p:cNvSpPr txBox="1">
            <a:spLocks noGrp="1"/>
          </p:cNvSpPr>
          <p:nvPr>
            <p:ph type="body" idx="1"/>
          </p:nvPr>
        </p:nvSpPr>
        <p:spPr>
          <a:xfrm>
            <a:off x="451026" y="2581545"/>
            <a:ext cx="3401700" cy="1237500"/>
          </a:xfrm>
          <a:prstGeom prst="rect">
            <a:avLst/>
          </a:prstGeom>
        </p:spPr>
        <p:txBody>
          <a:bodyPr spcFirstLastPara="1" wrap="square" lIns="91425" tIns="45700" rIns="91425" bIns="45700" anchor="t" anchorCtr="0">
            <a:noAutofit/>
          </a:bodyPr>
          <a:lstStyle/>
          <a:p>
            <a:pPr marL="0" lvl="0" indent="0" algn="l" rtl="0">
              <a:lnSpc>
                <a:spcPct val="80000"/>
              </a:lnSpc>
              <a:spcBef>
                <a:spcPts val="1000"/>
              </a:spcBef>
              <a:spcAft>
                <a:spcPts val="0"/>
              </a:spcAft>
              <a:buSzPts val="852"/>
              <a:buNone/>
            </a:pPr>
            <a:r>
              <a:rPr lang="en-US" sz="1400" b="1" dirty="0">
                <a:solidFill>
                  <a:schemeClr val="lt2"/>
                </a:solidFill>
              </a:rPr>
              <a:t>Machine-to-machine (M2M):</a:t>
            </a:r>
            <a:r>
              <a:rPr lang="en-US" sz="1400" dirty="0">
                <a:solidFill>
                  <a:schemeClr val="lt2"/>
                </a:solidFill>
              </a:rPr>
              <a:t> Connect 'things' over a network, including sensors, </a:t>
            </a:r>
            <a:br>
              <a:rPr lang="en-US" sz="1400" dirty="0">
                <a:solidFill>
                  <a:schemeClr val="lt2"/>
                </a:solidFill>
              </a:rPr>
            </a:br>
            <a:r>
              <a:rPr lang="en-US" sz="1400" dirty="0">
                <a:solidFill>
                  <a:schemeClr val="lt2"/>
                </a:solidFill>
              </a:rPr>
              <a:t>robots, computers, and mobile devices. </a:t>
            </a:r>
            <a:endParaRPr sz="1400" dirty="0">
              <a:solidFill>
                <a:schemeClr val="lt2"/>
              </a:solidFill>
            </a:endParaRPr>
          </a:p>
          <a:p>
            <a:pPr marL="0" lvl="0" indent="0" algn="l" rtl="0">
              <a:lnSpc>
                <a:spcPct val="80000"/>
              </a:lnSpc>
              <a:spcBef>
                <a:spcPts val="1000"/>
              </a:spcBef>
              <a:spcAft>
                <a:spcPts val="0"/>
              </a:spcAft>
              <a:buSzPts val="852"/>
              <a:buNone/>
            </a:pPr>
            <a:endParaRPr sz="1400" dirty="0">
              <a:solidFill>
                <a:schemeClr val="lt2"/>
              </a:solidFill>
            </a:endParaRPr>
          </a:p>
          <a:p>
            <a:pPr marL="0" lvl="0" indent="0" algn="l" rtl="0">
              <a:lnSpc>
                <a:spcPct val="80000"/>
              </a:lnSpc>
              <a:spcBef>
                <a:spcPts val="1000"/>
              </a:spcBef>
              <a:spcAft>
                <a:spcPts val="0"/>
              </a:spcAft>
              <a:buSzPts val="852"/>
              <a:buNone/>
            </a:pPr>
            <a:endParaRPr sz="1400" dirty="0">
              <a:solidFill>
                <a:schemeClr val="lt2"/>
              </a:solidFill>
            </a:endParaRPr>
          </a:p>
        </p:txBody>
      </p:sp>
      <p:sp>
        <p:nvSpPr>
          <p:cNvPr id="141" name="Google Shape;141;g324a5aa45d8_0_13"/>
          <p:cNvSpPr/>
          <p:nvPr/>
        </p:nvSpPr>
        <p:spPr>
          <a:xfrm>
            <a:off x="4092039" y="5291345"/>
            <a:ext cx="4004100" cy="10995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2" name="Google Shape;142;g324a5aa45d8_0_13"/>
          <p:cNvSpPr/>
          <p:nvPr/>
        </p:nvSpPr>
        <p:spPr>
          <a:xfrm>
            <a:off x="8375776" y="2189170"/>
            <a:ext cx="3219900" cy="1237500"/>
          </a:xfrm>
          <a:prstGeom prst="roundRect">
            <a:avLst>
              <a:gd name="adj" fmla="val 16667"/>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3" name="Google Shape;143;g324a5aa45d8_0_13"/>
          <p:cNvSpPr txBox="1">
            <a:spLocks noGrp="1"/>
          </p:cNvSpPr>
          <p:nvPr>
            <p:ph type="body" idx="1"/>
          </p:nvPr>
        </p:nvSpPr>
        <p:spPr>
          <a:xfrm>
            <a:off x="8409001" y="2300750"/>
            <a:ext cx="3219900" cy="10995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605"/>
              <a:buNone/>
            </a:pPr>
            <a:r>
              <a:rPr lang="en-US" sz="1400" b="1">
                <a:solidFill>
                  <a:schemeClr val="lt2"/>
                </a:solidFill>
              </a:rPr>
              <a:t>Machine-to-people (M2P): </a:t>
            </a:r>
            <a:r>
              <a:rPr lang="en-US" sz="1400">
                <a:solidFill>
                  <a:schemeClr val="lt2"/>
                </a:solidFill>
              </a:rPr>
              <a:t>Connection for transferring information </a:t>
            </a:r>
            <a:br>
              <a:rPr lang="en-US" sz="1400">
                <a:solidFill>
                  <a:schemeClr val="lt2"/>
                </a:solidFill>
              </a:rPr>
            </a:br>
            <a:r>
              <a:rPr lang="en-US" sz="1400">
                <a:solidFill>
                  <a:schemeClr val="lt2"/>
                </a:solidFill>
              </a:rPr>
              <a:t>between a thing and a person.</a:t>
            </a:r>
            <a:endParaRPr sz="1400">
              <a:solidFill>
                <a:schemeClr val="lt2"/>
              </a:solidFill>
            </a:endParaRPr>
          </a:p>
          <a:p>
            <a:pPr marL="0" lvl="0" indent="0" algn="l" rtl="0">
              <a:lnSpc>
                <a:spcPct val="70000"/>
              </a:lnSpc>
              <a:spcBef>
                <a:spcPts val="1000"/>
              </a:spcBef>
              <a:spcAft>
                <a:spcPts val="0"/>
              </a:spcAft>
              <a:buSzPts val="605"/>
              <a:buNone/>
            </a:pPr>
            <a:endParaRPr sz="1400">
              <a:solidFill>
                <a:schemeClr val="lt2"/>
              </a:solidFill>
            </a:endParaRPr>
          </a:p>
          <a:p>
            <a:pPr marL="0" lvl="0" indent="0" algn="l" rtl="0">
              <a:lnSpc>
                <a:spcPct val="70000"/>
              </a:lnSpc>
              <a:spcBef>
                <a:spcPts val="1000"/>
              </a:spcBef>
              <a:spcAft>
                <a:spcPts val="0"/>
              </a:spcAft>
              <a:buSzPts val="605"/>
              <a:buNone/>
            </a:pPr>
            <a:endParaRPr sz="1400">
              <a:solidFill>
                <a:schemeClr val="lt2"/>
              </a:solidFill>
            </a:endParaRPr>
          </a:p>
          <a:p>
            <a:pPr marL="0" lvl="0" indent="0" algn="l" rtl="0">
              <a:lnSpc>
                <a:spcPct val="70000"/>
              </a:lnSpc>
              <a:spcBef>
                <a:spcPts val="1000"/>
              </a:spcBef>
              <a:spcAft>
                <a:spcPts val="0"/>
              </a:spcAft>
              <a:buSzPts val="605"/>
              <a:buNone/>
            </a:pPr>
            <a:endParaRPr sz="1400">
              <a:solidFill>
                <a:schemeClr val="lt2"/>
              </a:solidFill>
            </a:endParaRPr>
          </a:p>
        </p:txBody>
      </p:sp>
      <p:sp>
        <p:nvSpPr>
          <p:cNvPr id="144" name="Google Shape;144;g324a5aa45d8_0_13"/>
          <p:cNvSpPr txBox="1">
            <a:spLocks noGrp="1"/>
          </p:cNvSpPr>
          <p:nvPr>
            <p:ph type="body" idx="1"/>
          </p:nvPr>
        </p:nvSpPr>
        <p:spPr>
          <a:xfrm>
            <a:off x="4095864" y="5384470"/>
            <a:ext cx="4004100" cy="9300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770"/>
              <a:buNone/>
            </a:pPr>
            <a:r>
              <a:rPr lang="en-US" sz="1400" b="1">
                <a:solidFill>
                  <a:schemeClr val="lt2"/>
                </a:solidFill>
              </a:rPr>
              <a:t>People-to-People (P2P):</a:t>
            </a:r>
            <a:r>
              <a:rPr lang="en-US" sz="1400">
                <a:solidFill>
                  <a:schemeClr val="lt2"/>
                </a:solidFill>
              </a:rPr>
              <a:t> Connections between one person and </a:t>
            </a:r>
            <a:br>
              <a:rPr lang="en-US" sz="1400">
                <a:solidFill>
                  <a:schemeClr val="lt2"/>
                </a:solidFill>
              </a:rPr>
            </a:br>
            <a:r>
              <a:rPr lang="en-US" sz="1400">
                <a:solidFill>
                  <a:schemeClr val="lt2"/>
                </a:solidFill>
              </a:rPr>
              <a:t>another through video, mobile devices, </a:t>
            </a:r>
            <a:br>
              <a:rPr lang="en-US" sz="1400">
                <a:solidFill>
                  <a:schemeClr val="lt2"/>
                </a:solidFill>
              </a:rPr>
            </a:br>
            <a:r>
              <a:rPr lang="en-US" sz="1400">
                <a:solidFill>
                  <a:schemeClr val="lt2"/>
                </a:solidFill>
              </a:rPr>
              <a:t>and social networks, called collaboration.</a:t>
            </a:r>
            <a:endParaRPr sz="1400">
              <a:solidFill>
                <a:schemeClr val="lt2"/>
              </a:solidFill>
            </a:endParaRPr>
          </a:p>
          <a:p>
            <a:pPr marL="0" lvl="0" indent="0" algn="l" rtl="0">
              <a:lnSpc>
                <a:spcPct val="70000"/>
              </a:lnSpc>
              <a:spcBef>
                <a:spcPts val="1000"/>
              </a:spcBef>
              <a:spcAft>
                <a:spcPts val="0"/>
              </a:spcAft>
              <a:buSzPts val="770"/>
              <a:buNone/>
            </a:pPr>
            <a:endParaRPr sz="1400">
              <a:solidFill>
                <a:schemeClr val="lt2"/>
              </a:solidFill>
            </a:endParaRPr>
          </a:p>
          <a:p>
            <a:pPr marL="0" lvl="0" indent="0" algn="l" rtl="0">
              <a:lnSpc>
                <a:spcPct val="70000"/>
              </a:lnSpc>
              <a:spcBef>
                <a:spcPts val="1000"/>
              </a:spcBef>
              <a:spcAft>
                <a:spcPts val="0"/>
              </a:spcAft>
              <a:buSzPts val="770"/>
              <a:buNone/>
            </a:pPr>
            <a:endParaRPr sz="1400">
              <a:solidFill>
                <a:schemeClr val="lt2"/>
              </a:solidFill>
            </a:endParaRPr>
          </a:p>
        </p:txBody>
      </p:sp>
      <p:sp>
        <p:nvSpPr>
          <p:cNvPr id="145" name="Google Shape;145;g324a5aa45d8_0_13"/>
          <p:cNvSpPr/>
          <p:nvPr/>
        </p:nvSpPr>
        <p:spPr>
          <a:xfrm>
            <a:off x="7111876" y="2598670"/>
            <a:ext cx="1263900" cy="418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6" name="Google Shape;146;g324a5aa45d8_0_13"/>
          <p:cNvSpPr/>
          <p:nvPr/>
        </p:nvSpPr>
        <p:spPr>
          <a:xfrm>
            <a:off x="3852726" y="2991045"/>
            <a:ext cx="1025700" cy="418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 name="Google Shape;147;g324a5aa45d8_0_13"/>
          <p:cNvSpPr/>
          <p:nvPr/>
        </p:nvSpPr>
        <p:spPr>
          <a:xfrm>
            <a:off x="5977551" y="4686845"/>
            <a:ext cx="311400" cy="604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 name="Footer Placeholder 5">
            <a:extLst>
              <a:ext uri="{FF2B5EF4-FFF2-40B4-BE49-F238E27FC236}">
                <a16:creationId xmlns:a16="http://schemas.microsoft.com/office/drawing/2014/main" id="{5272C49D-4F98-D59D-8303-64612CF48F96}"/>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F05CBA92-7AAF-05B8-FA26-4160D9738B49}"/>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6</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24a5aa45d8_0_4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Characteristics of IoT Data</a:t>
            </a:r>
            <a:endParaRPr/>
          </a:p>
        </p:txBody>
      </p:sp>
      <p:pic>
        <p:nvPicPr>
          <p:cNvPr id="154" name="Google Shape;154;g324a5aa45d8_0_47"/>
          <p:cNvPicPr preferRelativeResize="0"/>
          <p:nvPr/>
        </p:nvPicPr>
        <p:blipFill rotWithShape="1">
          <a:blip r:embed="rId3">
            <a:alphaModFix/>
          </a:blip>
          <a:srcRect t="14361"/>
          <a:stretch/>
        </p:blipFill>
        <p:spPr>
          <a:xfrm>
            <a:off x="838200" y="1690825"/>
            <a:ext cx="10857252" cy="4685301"/>
          </a:xfrm>
          <a:prstGeom prst="rect">
            <a:avLst/>
          </a:prstGeom>
          <a:noFill/>
          <a:ln>
            <a:noFill/>
          </a:ln>
        </p:spPr>
      </p:pic>
      <p:sp>
        <p:nvSpPr>
          <p:cNvPr id="2" name="Footer Placeholder 5">
            <a:extLst>
              <a:ext uri="{FF2B5EF4-FFF2-40B4-BE49-F238E27FC236}">
                <a16:creationId xmlns:a16="http://schemas.microsoft.com/office/drawing/2014/main" id="{3A1E96B9-97FA-43A4-04A0-D9791F458E8E}"/>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5DEFB30F-C1E3-DA4A-CF20-874D3A07F88A}"/>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7</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The Challenge with IoT Data</a:t>
            </a:r>
            <a:endParaRPr/>
          </a:p>
        </p:txBody>
      </p:sp>
      <p:sp>
        <p:nvSpPr>
          <p:cNvPr id="172" name="Google Shape;172;p5"/>
          <p:cNvSpPr txBox="1">
            <a:spLocks noGrp="1"/>
          </p:cNvSpPr>
          <p:nvPr>
            <p:ph type="body" idx="1"/>
          </p:nvPr>
        </p:nvSpPr>
        <p:spPr>
          <a:xfrm>
            <a:off x="838200" y="1984176"/>
            <a:ext cx="5266800" cy="3611426"/>
          </a:xfrm>
          <a:prstGeom prst="rect">
            <a:avLst/>
          </a:prstGeom>
          <a:noFill/>
          <a:ln>
            <a:noFill/>
          </a:ln>
        </p:spPr>
        <p:txBody>
          <a:bodyPr spcFirstLastPara="1" wrap="square" lIns="91425" tIns="45700" rIns="91425" bIns="45700" anchor="t" anchorCtr="0">
            <a:noAutofit/>
          </a:bodyPr>
          <a:lstStyle/>
          <a:p>
            <a:pPr marL="457200" lvl="0" indent="-336550" algn="l" rtl="0">
              <a:spcBef>
                <a:spcPts val="0"/>
              </a:spcBef>
              <a:spcAft>
                <a:spcPts val="0"/>
              </a:spcAft>
              <a:buSzPts val="1700"/>
              <a:buChar char="●"/>
            </a:pPr>
            <a:r>
              <a:rPr lang="en-US" sz="1400" b="1" dirty="0"/>
              <a:t>Data Volume: </a:t>
            </a:r>
            <a:r>
              <a:rPr lang="en-US" sz="1400" dirty="0"/>
              <a:t>IoT devices generate vast amounts of data, making storage and processing a challenge.</a:t>
            </a:r>
            <a:endParaRPr sz="1400" dirty="0"/>
          </a:p>
          <a:p>
            <a:pPr marL="457200" lvl="0" indent="0" algn="l" rtl="0">
              <a:spcBef>
                <a:spcPts val="0"/>
              </a:spcBef>
              <a:spcAft>
                <a:spcPts val="0"/>
              </a:spcAft>
              <a:buNone/>
            </a:pPr>
            <a:endParaRPr sz="1400" dirty="0"/>
          </a:p>
          <a:p>
            <a:pPr marL="457200" lvl="0" indent="-336550" algn="l" rtl="0">
              <a:spcBef>
                <a:spcPts val="0"/>
              </a:spcBef>
              <a:spcAft>
                <a:spcPts val="0"/>
              </a:spcAft>
              <a:buSzPts val="1700"/>
              <a:buChar char="●"/>
            </a:pPr>
            <a:r>
              <a:rPr lang="en-US" sz="1400" b="1" dirty="0"/>
              <a:t>Data Quality: </a:t>
            </a:r>
            <a:r>
              <a:rPr lang="en-US" sz="1400" dirty="0"/>
              <a:t>Raw sensor data may be noisy, incomplete, or erroneous, affecting analysis accuracy.</a:t>
            </a:r>
            <a:endParaRPr sz="1400" dirty="0"/>
          </a:p>
          <a:p>
            <a:pPr marL="457200" lvl="0" indent="0" algn="l" rtl="0">
              <a:spcBef>
                <a:spcPts val="0"/>
              </a:spcBef>
              <a:spcAft>
                <a:spcPts val="0"/>
              </a:spcAft>
              <a:buNone/>
            </a:pPr>
            <a:endParaRPr sz="1400" dirty="0"/>
          </a:p>
          <a:p>
            <a:pPr marL="457200" lvl="0" indent="-336550" algn="l" rtl="0">
              <a:spcBef>
                <a:spcPts val="0"/>
              </a:spcBef>
              <a:spcAft>
                <a:spcPts val="0"/>
              </a:spcAft>
              <a:buSzPts val="1700"/>
              <a:buChar char="●"/>
            </a:pPr>
            <a:r>
              <a:rPr lang="en-US" sz="1400" b="1" dirty="0"/>
              <a:t>Data Security:</a:t>
            </a:r>
            <a:r>
              <a:rPr lang="en-US" sz="1400" dirty="0"/>
              <a:t> IoT devices are vulnerable to cyberattacks, posing privacy and security risks.</a:t>
            </a:r>
            <a:endParaRPr sz="1400" dirty="0"/>
          </a:p>
          <a:p>
            <a:pPr marL="457200" lvl="0" indent="0" algn="l" rtl="0">
              <a:spcBef>
                <a:spcPts val="0"/>
              </a:spcBef>
              <a:spcAft>
                <a:spcPts val="0"/>
              </a:spcAft>
              <a:buNone/>
            </a:pPr>
            <a:endParaRPr sz="1400" dirty="0"/>
          </a:p>
          <a:p>
            <a:pPr marL="457200" lvl="0" indent="-336550" algn="l" rtl="0">
              <a:spcBef>
                <a:spcPts val="0"/>
              </a:spcBef>
              <a:spcAft>
                <a:spcPts val="0"/>
              </a:spcAft>
              <a:buSzPts val="1700"/>
              <a:buChar char="●"/>
            </a:pPr>
            <a:r>
              <a:rPr lang="en-US" sz="1400" b="1" dirty="0"/>
              <a:t>Data Integration: </a:t>
            </a:r>
            <a:r>
              <a:rPr lang="en-US" sz="1400" dirty="0"/>
              <a:t>Devices may use different data formats and protocols, requiring complex integration.</a:t>
            </a:r>
            <a:endParaRPr sz="1400" dirty="0"/>
          </a:p>
          <a:p>
            <a:pPr marL="457200" lvl="0" indent="0" algn="l" rtl="0">
              <a:spcBef>
                <a:spcPts val="0"/>
              </a:spcBef>
              <a:spcAft>
                <a:spcPts val="0"/>
              </a:spcAft>
              <a:buNone/>
            </a:pPr>
            <a:endParaRPr sz="1400" dirty="0"/>
          </a:p>
          <a:p>
            <a:pPr marL="457200" lvl="0" indent="-336550" algn="l" rtl="0">
              <a:spcBef>
                <a:spcPts val="0"/>
              </a:spcBef>
              <a:spcAft>
                <a:spcPts val="0"/>
              </a:spcAft>
              <a:buSzPts val="1700"/>
              <a:buChar char="●"/>
            </a:pPr>
            <a:r>
              <a:rPr lang="en-US" sz="1400" b="1" dirty="0"/>
              <a:t>Real-Time Processing: </a:t>
            </a:r>
            <a:r>
              <a:rPr lang="en-US" sz="1400" dirty="0"/>
              <a:t>Many applications require real-time data processing, demanding efficient systems.</a:t>
            </a:r>
            <a:endParaRPr sz="1400" dirty="0"/>
          </a:p>
          <a:p>
            <a:pPr marL="457200" lvl="0" indent="0" algn="l" rtl="0">
              <a:spcBef>
                <a:spcPts val="0"/>
              </a:spcBef>
              <a:spcAft>
                <a:spcPts val="0"/>
              </a:spcAft>
              <a:buNone/>
            </a:pPr>
            <a:endParaRPr sz="1400" dirty="0"/>
          </a:p>
          <a:p>
            <a:pPr marL="457200" lvl="0" indent="-336550" algn="l" rtl="0">
              <a:spcBef>
                <a:spcPts val="0"/>
              </a:spcBef>
              <a:spcAft>
                <a:spcPts val="0"/>
              </a:spcAft>
              <a:buSzPts val="1700"/>
              <a:buChar char="●"/>
            </a:pPr>
            <a:r>
              <a:rPr lang="en-US" sz="1400" b="1" dirty="0"/>
              <a:t>Scalability: </a:t>
            </a:r>
            <a:r>
              <a:rPr lang="en-US" sz="1400" dirty="0"/>
              <a:t>IoT systems must handle millions of devices and vast amounts of data.</a:t>
            </a:r>
            <a:endParaRPr sz="1400" dirty="0"/>
          </a:p>
          <a:p>
            <a:pPr marL="0" lvl="0" indent="0" algn="l" rtl="0">
              <a:lnSpc>
                <a:spcPct val="90000"/>
              </a:lnSpc>
              <a:spcBef>
                <a:spcPts val="0"/>
              </a:spcBef>
              <a:spcAft>
                <a:spcPts val="0"/>
              </a:spcAft>
              <a:buNone/>
            </a:pPr>
            <a:endParaRPr sz="1400" dirty="0"/>
          </a:p>
          <a:p>
            <a:pPr marL="228600" lvl="0" indent="-50800" algn="l" rtl="0">
              <a:lnSpc>
                <a:spcPct val="90000"/>
              </a:lnSpc>
              <a:spcBef>
                <a:spcPts val="1000"/>
              </a:spcBef>
              <a:spcAft>
                <a:spcPts val="0"/>
              </a:spcAft>
              <a:buClr>
                <a:schemeClr val="dk1"/>
              </a:buClr>
              <a:buSzPts val="2800"/>
              <a:buNone/>
            </a:pPr>
            <a:endParaRPr sz="1400" dirty="0"/>
          </a:p>
          <a:p>
            <a:pPr marL="228600" lvl="0" indent="-50800" algn="l" rtl="0">
              <a:lnSpc>
                <a:spcPct val="90000"/>
              </a:lnSpc>
              <a:spcBef>
                <a:spcPts val="1600"/>
              </a:spcBef>
              <a:spcAft>
                <a:spcPts val="1600"/>
              </a:spcAft>
              <a:buClr>
                <a:schemeClr val="dk1"/>
              </a:buClr>
              <a:buSzPts val="2800"/>
              <a:buNone/>
            </a:pPr>
            <a:endParaRPr sz="1400" dirty="0"/>
          </a:p>
        </p:txBody>
      </p:sp>
      <p:pic>
        <p:nvPicPr>
          <p:cNvPr id="173" name="Google Shape;173;p5"/>
          <p:cNvPicPr preferRelativeResize="0"/>
          <p:nvPr/>
        </p:nvPicPr>
        <p:blipFill rotWithShape="1">
          <a:blip r:embed="rId3">
            <a:alphaModFix/>
          </a:blip>
          <a:srcRect b="3799"/>
          <a:stretch/>
        </p:blipFill>
        <p:spPr>
          <a:xfrm>
            <a:off x="6729984" y="1858631"/>
            <a:ext cx="5147738" cy="3287041"/>
          </a:xfrm>
          <a:prstGeom prst="rect">
            <a:avLst/>
          </a:prstGeom>
          <a:noFill/>
          <a:ln>
            <a:noFill/>
          </a:ln>
        </p:spPr>
      </p:pic>
      <p:sp>
        <p:nvSpPr>
          <p:cNvPr id="2" name="Footer Placeholder 5">
            <a:extLst>
              <a:ext uri="{FF2B5EF4-FFF2-40B4-BE49-F238E27FC236}">
                <a16:creationId xmlns:a16="http://schemas.microsoft.com/office/drawing/2014/main" id="{23B4A564-255C-F261-5573-10C17F532F19}"/>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8B8138C5-DEA9-423A-F6BC-61F250445A2F}"/>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8</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g324a5aa45d8_0_86"/>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500"/>
              <a:buNone/>
            </a:pPr>
            <a:r>
              <a:rPr lang="en-US" sz="3700"/>
              <a:t>Contents</a:t>
            </a:r>
            <a:endParaRPr sz="3700"/>
          </a:p>
        </p:txBody>
      </p:sp>
      <p:sp>
        <p:nvSpPr>
          <p:cNvPr id="2" name="Footer Placeholder 5">
            <a:extLst>
              <a:ext uri="{FF2B5EF4-FFF2-40B4-BE49-F238E27FC236}">
                <a16:creationId xmlns:a16="http://schemas.microsoft.com/office/drawing/2014/main" id="{1158611E-B9D3-E209-F5E8-FDFCE3E540C4}"/>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14C27A9F-51C1-79E3-6B29-EAC6FAB2636B}"/>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9</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7" name="Google Shape;110;g322db088abc_0_103">
            <a:extLst>
              <a:ext uri="{FF2B5EF4-FFF2-40B4-BE49-F238E27FC236}">
                <a16:creationId xmlns:a16="http://schemas.microsoft.com/office/drawing/2014/main" id="{0E2CA445-D16C-DBA5-50EB-DCA182316603}"/>
              </a:ext>
            </a:extLst>
          </p:cNvPr>
          <p:cNvSpPr txBox="1">
            <a:spLocks noGrp="1"/>
          </p:cNvSpPr>
          <p:nvPr>
            <p:ph type="body" idx="1"/>
          </p:nvPr>
        </p:nvSpPr>
        <p:spPr>
          <a:xfrm>
            <a:off x="970200" y="2543025"/>
            <a:ext cx="10251600" cy="3768600"/>
          </a:xfrm>
          <a:prstGeom prst="rect">
            <a:avLst/>
          </a:prstGeom>
          <a:noFill/>
          <a:ln>
            <a:noFill/>
          </a:ln>
        </p:spPr>
        <p:txBody>
          <a:bodyPr spcFirstLastPara="1" wrap="square" lIns="121900" tIns="121900" rIns="121900" bIns="121900" anchor="t" anchorCtr="0">
            <a:noAutofit/>
          </a:bodyPr>
          <a:lstStyle/>
          <a:p>
            <a:pPr marL="457200" lvl="0" indent="-311150" algn="l" rtl="0">
              <a:spcBef>
                <a:spcPts val="0"/>
              </a:spcBef>
              <a:spcAft>
                <a:spcPts val="0"/>
              </a:spcAft>
              <a:buSzPts val="1300"/>
              <a:buAutoNum type="arabicPeriod"/>
            </a:pPr>
            <a:r>
              <a:rPr lang="en-US" sz="1300" dirty="0"/>
              <a:t>Background &amp; fundamentals of IoT &amp; sensor data analysis</a:t>
            </a:r>
            <a:endParaRPr sz="1300" dirty="0"/>
          </a:p>
          <a:p>
            <a:pPr marL="914400" lvl="1" indent="-298450" algn="l" rtl="0">
              <a:spcBef>
                <a:spcPts val="0"/>
              </a:spcBef>
              <a:spcAft>
                <a:spcPts val="0"/>
              </a:spcAft>
              <a:buSzPts val="1100"/>
              <a:buAutoNum type="alphaLcPeriod"/>
            </a:pPr>
            <a:r>
              <a:rPr lang="en-US" sz="1100" dirty="0"/>
              <a:t>What is IoT?</a:t>
            </a:r>
            <a:endParaRPr sz="1100" dirty="0"/>
          </a:p>
          <a:p>
            <a:pPr marL="914400" lvl="1" indent="-298450" algn="l" rtl="0">
              <a:spcBef>
                <a:spcPts val="0"/>
              </a:spcBef>
              <a:spcAft>
                <a:spcPts val="0"/>
              </a:spcAft>
              <a:buSzPts val="1100"/>
              <a:buAutoNum type="alphaLcPeriod"/>
            </a:pPr>
            <a:r>
              <a:rPr lang="en-US" sz="1100" dirty="0"/>
              <a:t>What are the key challenges with IoT data?</a:t>
            </a:r>
            <a:endParaRPr sz="1100" dirty="0"/>
          </a:p>
          <a:p>
            <a:pPr marL="914400" lvl="1" indent="-298450" algn="l" rtl="0">
              <a:spcBef>
                <a:spcPts val="0"/>
              </a:spcBef>
              <a:spcAft>
                <a:spcPts val="0"/>
              </a:spcAft>
              <a:buSzPts val="1100"/>
              <a:buAutoNum type="alphaLcPeriod"/>
            </a:pPr>
            <a:r>
              <a:rPr lang="en-US" sz="1100" dirty="0"/>
              <a:t>Exercise - load sensor data and visualize</a:t>
            </a:r>
            <a:endParaRPr sz="1100" dirty="0"/>
          </a:p>
          <a:p>
            <a:pPr marL="457200" lvl="0" indent="-311150" algn="l" rtl="0">
              <a:spcBef>
                <a:spcPts val="0"/>
              </a:spcBef>
              <a:spcAft>
                <a:spcPts val="0"/>
              </a:spcAft>
              <a:buSzPts val="1300"/>
              <a:buAutoNum type="arabicPeriod"/>
            </a:pPr>
            <a:r>
              <a:rPr lang="en-US" sz="1300" b="1" dirty="0">
                <a:solidFill>
                  <a:schemeClr val="tx1"/>
                </a:solidFill>
              </a:rPr>
              <a:t>IoT Connectivity</a:t>
            </a:r>
            <a:endParaRPr sz="1300" b="1" dirty="0">
              <a:solidFill>
                <a:schemeClr val="tx1"/>
              </a:solidFill>
            </a:endParaRPr>
          </a:p>
          <a:p>
            <a:pPr marL="914400" lvl="1" indent="-311150" algn="l" rtl="0">
              <a:spcBef>
                <a:spcPts val="0"/>
              </a:spcBef>
              <a:spcAft>
                <a:spcPts val="0"/>
              </a:spcAft>
              <a:buSzPts val="1300"/>
              <a:buAutoNum type="alphaLcPeriod"/>
            </a:pPr>
            <a:r>
              <a:rPr lang="en-US" sz="1300" b="1" dirty="0">
                <a:solidFill>
                  <a:schemeClr val="tx1"/>
                </a:solidFill>
              </a:rPr>
              <a:t>Protocols</a:t>
            </a:r>
            <a:endParaRPr sz="1300" b="1" dirty="0">
              <a:solidFill>
                <a:schemeClr val="tx1"/>
              </a:solidFill>
            </a:endParaRPr>
          </a:p>
          <a:p>
            <a:pPr marL="914400" lvl="1" indent="-311150" algn="l" rtl="0">
              <a:spcBef>
                <a:spcPts val="0"/>
              </a:spcBef>
              <a:spcAft>
                <a:spcPts val="0"/>
              </a:spcAft>
              <a:buSzPts val="1300"/>
              <a:buAutoNum type="alphaLcPeriod"/>
            </a:pPr>
            <a:r>
              <a:rPr lang="en-US" sz="1300" b="1" dirty="0">
                <a:solidFill>
                  <a:schemeClr val="tx1"/>
                </a:solidFill>
              </a:rPr>
              <a:t>Data &amp; Analytics</a:t>
            </a:r>
            <a:endParaRPr sz="1300" b="1" dirty="0">
              <a:solidFill>
                <a:schemeClr val="tx1"/>
              </a:solidFill>
            </a:endParaRPr>
          </a:p>
          <a:p>
            <a:pPr marL="914400" lvl="1" indent="-311150" algn="l" rtl="0">
              <a:spcBef>
                <a:spcPts val="0"/>
              </a:spcBef>
              <a:spcAft>
                <a:spcPts val="0"/>
              </a:spcAft>
              <a:buSzPts val="1300"/>
              <a:buAutoNum type="alphaLcPeriod"/>
            </a:pPr>
            <a:r>
              <a:rPr lang="en-US" sz="1300" b="1" dirty="0">
                <a:solidFill>
                  <a:schemeClr val="tx1"/>
                </a:solidFill>
              </a:rPr>
              <a:t>MQTT</a:t>
            </a:r>
          </a:p>
          <a:p>
            <a:pPr marL="914400" lvl="1" indent="-311150" algn="l" rtl="0">
              <a:spcBef>
                <a:spcPts val="0"/>
              </a:spcBef>
              <a:spcAft>
                <a:spcPts val="0"/>
              </a:spcAft>
              <a:buSzPts val="1300"/>
              <a:buAutoNum type="alphaLcPeriod"/>
            </a:pPr>
            <a:r>
              <a:rPr lang="en-US" sz="1300" b="1" dirty="0">
                <a:solidFill>
                  <a:schemeClr val="tx1"/>
                </a:solidFill>
              </a:rPr>
              <a:t>Exercise on MQTT</a:t>
            </a:r>
            <a:endParaRPr sz="1300" b="1" dirty="0">
              <a:solidFill>
                <a:schemeClr val="tx1"/>
              </a:solidFill>
            </a:endParaRPr>
          </a:p>
          <a:p>
            <a:pPr marL="457200" lvl="0" indent="-311150" algn="l" rtl="0">
              <a:spcBef>
                <a:spcPts val="0"/>
              </a:spcBef>
              <a:spcAft>
                <a:spcPts val="0"/>
              </a:spcAft>
              <a:buSzPts val="1300"/>
              <a:buAutoNum type="arabicPeriod"/>
            </a:pPr>
            <a:r>
              <a:rPr lang="en-US" sz="1300" dirty="0"/>
              <a:t>Predictive maintenance</a:t>
            </a:r>
            <a:endParaRPr sz="1300" dirty="0"/>
          </a:p>
          <a:p>
            <a:pPr marL="914400" lvl="1" indent="-298450" algn="l" rtl="0">
              <a:spcBef>
                <a:spcPts val="0"/>
              </a:spcBef>
              <a:spcAft>
                <a:spcPts val="0"/>
              </a:spcAft>
              <a:buSzPts val="1100"/>
              <a:buAutoNum type="alphaLcPeriod"/>
            </a:pPr>
            <a:r>
              <a:rPr lang="en-US" sz="1100" dirty="0"/>
              <a:t>ML modelling for predictive maintenance</a:t>
            </a:r>
            <a:endParaRPr sz="1100" dirty="0"/>
          </a:p>
          <a:p>
            <a:pPr marL="914400" lvl="1" indent="-298450" algn="l" rtl="0">
              <a:spcBef>
                <a:spcPts val="0"/>
              </a:spcBef>
              <a:spcAft>
                <a:spcPts val="0"/>
              </a:spcAft>
              <a:buSzPts val="1100"/>
              <a:buAutoNum type="alphaLcPeriod"/>
            </a:pPr>
            <a:r>
              <a:rPr lang="en-US" sz="1100" dirty="0"/>
              <a:t>Evaluation metrics</a:t>
            </a:r>
            <a:endParaRPr sz="1100" dirty="0"/>
          </a:p>
          <a:p>
            <a:pPr marL="914400" lvl="1" indent="-298450" algn="l" rtl="0">
              <a:spcBef>
                <a:spcPts val="0"/>
              </a:spcBef>
              <a:spcAft>
                <a:spcPts val="0"/>
              </a:spcAft>
              <a:buSzPts val="1100"/>
              <a:buAutoNum type="alphaLcPeriod"/>
            </a:pPr>
            <a:r>
              <a:rPr lang="en-US" sz="1100" dirty="0"/>
              <a:t>Exercise - predictive maintenance modelling</a:t>
            </a:r>
            <a:endParaRPr sz="1100" dirty="0"/>
          </a:p>
          <a:p>
            <a:pPr marL="457200" lvl="0" indent="-311150" algn="l" rtl="0">
              <a:spcBef>
                <a:spcPts val="0"/>
              </a:spcBef>
              <a:spcAft>
                <a:spcPts val="0"/>
              </a:spcAft>
              <a:buSzPts val="1300"/>
              <a:buAutoNum type="arabicPeriod"/>
            </a:pPr>
            <a:r>
              <a:rPr lang="en-US" sz="1300" dirty="0"/>
              <a:t>Real world considerations</a:t>
            </a:r>
            <a:endParaRPr sz="1300" dirty="0"/>
          </a:p>
          <a:p>
            <a:pPr marL="914400" lvl="1" indent="-298450" algn="l" rtl="0">
              <a:spcBef>
                <a:spcPts val="0"/>
              </a:spcBef>
              <a:spcAft>
                <a:spcPts val="0"/>
              </a:spcAft>
              <a:buSzPts val="1100"/>
              <a:buAutoNum type="alphaLcPeriod"/>
            </a:pPr>
            <a:r>
              <a:rPr lang="en-US" sz="1100" dirty="0"/>
              <a:t>IoT infrastructure &amp; Edge computing</a:t>
            </a:r>
            <a:endParaRPr sz="1100" dirty="0"/>
          </a:p>
          <a:p>
            <a:pPr marL="0" lvl="0" indent="0" algn="l" rtl="0">
              <a:lnSpc>
                <a:spcPct val="115000"/>
              </a:lnSpc>
              <a:spcBef>
                <a:spcPts val="1200"/>
              </a:spcBef>
              <a:spcAft>
                <a:spcPts val="1600"/>
              </a:spcAft>
              <a:buSzPts val="1700"/>
              <a:buNone/>
            </a:pPr>
            <a:endParaRPr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3284d4b8cd9_0_8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Connectivity is required to perform IoT Data Analytics</a:t>
            </a:r>
            <a:endParaRPr dirty="0"/>
          </a:p>
        </p:txBody>
      </p:sp>
      <p:sp>
        <p:nvSpPr>
          <p:cNvPr id="186" name="Google Shape;186;g3284d4b8cd9_0_82"/>
          <p:cNvSpPr txBox="1">
            <a:spLocks noGrp="1"/>
          </p:cNvSpPr>
          <p:nvPr>
            <p:ph type="body" idx="1"/>
          </p:nvPr>
        </p:nvSpPr>
        <p:spPr>
          <a:xfrm>
            <a:off x="838200" y="2596525"/>
            <a:ext cx="10515600" cy="220687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Purpose: To harvest value out of IoT data</a:t>
            </a:r>
            <a:endParaRPr dirty="0"/>
          </a:p>
          <a:p>
            <a:pPr marL="228600" lvl="0" indent="-228600" algn="l" rtl="0">
              <a:lnSpc>
                <a:spcPct val="90000"/>
              </a:lnSpc>
              <a:spcBef>
                <a:spcPts val="1000"/>
              </a:spcBef>
              <a:spcAft>
                <a:spcPts val="0"/>
              </a:spcAft>
              <a:buClr>
                <a:schemeClr val="dk1"/>
              </a:buClr>
              <a:buSzPts val="2800"/>
              <a:buChar char="●"/>
            </a:pPr>
            <a:r>
              <a:rPr lang="en-US" dirty="0"/>
              <a:t>Requirements for IoT applications</a:t>
            </a:r>
            <a:endParaRPr dirty="0"/>
          </a:p>
          <a:p>
            <a:pPr marL="685800" lvl="1" indent="-228600" algn="l" rtl="0">
              <a:lnSpc>
                <a:spcPct val="90000"/>
              </a:lnSpc>
              <a:spcBef>
                <a:spcPts val="500"/>
              </a:spcBef>
              <a:spcAft>
                <a:spcPts val="0"/>
              </a:spcAft>
              <a:buClr>
                <a:srgbClr val="0000FF"/>
              </a:buClr>
              <a:buSzPts val="2400"/>
              <a:buChar char="○"/>
            </a:pPr>
            <a:r>
              <a:rPr lang="en-US" dirty="0">
                <a:solidFill>
                  <a:srgbClr val="0000FF"/>
                </a:solidFill>
              </a:rPr>
              <a:t>Real-time</a:t>
            </a:r>
            <a:r>
              <a:rPr lang="en-US" dirty="0"/>
              <a:t> monitoring of what “things” are doing, their operating conditions, their issues, their load, their configuration, etc.</a:t>
            </a:r>
            <a:endParaRPr dirty="0"/>
          </a:p>
          <a:p>
            <a:pPr marL="685800" lvl="1" indent="-228600" algn="l" rtl="0">
              <a:lnSpc>
                <a:spcPct val="90000"/>
              </a:lnSpc>
              <a:spcBef>
                <a:spcPts val="500"/>
              </a:spcBef>
              <a:spcAft>
                <a:spcPts val="0"/>
              </a:spcAft>
              <a:buClr>
                <a:srgbClr val="0000FF"/>
              </a:buClr>
              <a:buSzPts val="2400"/>
              <a:buChar char="○"/>
            </a:pPr>
            <a:r>
              <a:rPr lang="en-US" dirty="0">
                <a:solidFill>
                  <a:srgbClr val="0000FF"/>
                </a:solidFill>
              </a:rPr>
              <a:t>Predictive</a:t>
            </a:r>
            <a:r>
              <a:rPr lang="en-US" dirty="0"/>
              <a:t> maintenance: fix before “things” break.</a:t>
            </a:r>
            <a:endParaRPr dirty="0"/>
          </a:p>
          <a:p>
            <a:pPr marL="685800" lvl="1" indent="-228600" algn="l" rtl="0">
              <a:lnSpc>
                <a:spcPct val="90000"/>
              </a:lnSpc>
              <a:spcBef>
                <a:spcPts val="500"/>
              </a:spcBef>
              <a:spcAft>
                <a:spcPts val="0"/>
              </a:spcAft>
              <a:buClr>
                <a:srgbClr val="0000FF"/>
              </a:buClr>
              <a:buSzPts val="2400"/>
              <a:buChar char="○"/>
            </a:pPr>
            <a:r>
              <a:rPr lang="en-US" dirty="0">
                <a:solidFill>
                  <a:srgbClr val="0000FF"/>
                </a:solidFill>
              </a:rPr>
              <a:t>Optimization</a:t>
            </a:r>
            <a:r>
              <a:rPr lang="en-US" dirty="0"/>
              <a:t>: configuration, interaction with humans, energy efficiency, most suitable “things” for different uses.</a:t>
            </a:r>
            <a:endParaRPr dirty="0"/>
          </a:p>
          <a:p>
            <a:pPr marL="685800" lvl="1" indent="-228600" algn="l" rtl="0">
              <a:lnSpc>
                <a:spcPct val="90000"/>
              </a:lnSpc>
              <a:spcBef>
                <a:spcPts val="500"/>
              </a:spcBef>
              <a:spcAft>
                <a:spcPts val="0"/>
              </a:spcAft>
              <a:buClr>
                <a:srgbClr val="0000FF"/>
              </a:buClr>
              <a:buSzPts val="2400"/>
              <a:buChar char="○"/>
            </a:pPr>
            <a:r>
              <a:rPr lang="en-US" dirty="0">
                <a:solidFill>
                  <a:srgbClr val="0000FF"/>
                </a:solidFill>
              </a:rPr>
              <a:t>Analytics</a:t>
            </a:r>
            <a:r>
              <a:rPr lang="en-US" dirty="0"/>
              <a:t> to find out the current shortcomings to design next versions of “things”.</a:t>
            </a:r>
            <a:endParaRPr dirty="0"/>
          </a:p>
        </p:txBody>
      </p:sp>
      <p:sp>
        <p:nvSpPr>
          <p:cNvPr id="2" name="Footer Placeholder 5">
            <a:extLst>
              <a:ext uri="{FF2B5EF4-FFF2-40B4-BE49-F238E27FC236}">
                <a16:creationId xmlns:a16="http://schemas.microsoft.com/office/drawing/2014/main" id="{887357ED-9C30-BE99-42FC-57216D789AED}"/>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4D999C88-2E44-B14F-D941-28207306D527}"/>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10</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284d4b8cd9_0_16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Simplified IoT Layer Architecture</a:t>
            </a:r>
            <a:endParaRPr/>
          </a:p>
        </p:txBody>
      </p:sp>
      <p:sp>
        <p:nvSpPr>
          <p:cNvPr id="195" name="Google Shape;195;g3284d4b8cd9_0_163"/>
          <p:cNvSpPr/>
          <p:nvPr/>
        </p:nvSpPr>
        <p:spPr>
          <a:xfrm>
            <a:off x="2714964" y="1522450"/>
            <a:ext cx="2885400" cy="47700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g3284d4b8cd9_0_163"/>
          <p:cNvSpPr/>
          <p:nvPr/>
        </p:nvSpPr>
        <p:spPr>
          <a:xfrm>
            <a:off x="3012264" y="2813150"/>
            <a:ext cx="2290800" cy="804000"/>
          </a:xfrm>
          <a:prstGeom prst="cube">
            <a:avLst>
              <a:gd name="adj" fmla="val 25000"/>
            </a:avLst>
          </a:prstGeom>
          <a:solidFill>
            <a:srgbClr val="1155CC"/>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g3284d4b8cd9_0_163"/>
          <p:cNvSpPr/>
          <p:nvPr/>
        </p:nvSpPr>
        <p:spPr>
          <a:xfrm>
            <a:off x="3012264" y="3874950"/>
            <a:ext cx="2290800" cy="804000"/>
          </a:xfrm>
          <a:prstGeom prst="cube">
            <a:avLst>
              <a:gd name="adj" fmla="val 25000"/>
            </a:avLst>
          </a:prstGeom>
          <a:solidFill>
            <a:srgbClr val="351C7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g3284d4b8cd9_0_163"/>
          <p:cNvSpPr/>
          <p:nvPr/>
        </p:nvSpPr>
        <p:spPr>
          <a:xfrm>
            <a:off x="3044964" y="5060475"/>
            <a:ext cx="2290800" cy="804000"/>
          </a:xfrm>
          <a:prstGeom prst="cube">
            <a:avLst>
              <a:gd name="adj" fmla="val 25000"/>
            </a:avLst>
          </a:prstGeom>
          <a:solidFill>
            <a:srgbClr val="274E13"/>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g3284d4b8cd9_0_163"/>
          <p:cNvSpPr txBox="1"/>
          <p:nvPr/>
        </p:nvSpPr>
        <p:spPr>
          <a:xfrm>
            <a:off x="3244014" y="2925150"/>
            <a:ext cx="1906800" cy="3699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000" b="1">
                <a:solidFill>
                  <a:srgbClr val="FFFFFF"/>
                </a:solidFill>
                <a:latin typeface="Times New Roman"/>
                <a:ea typeface="Times New Roman"/>
                <a:cs typeface="Times New Roman"/>
                <a:sym typeface="Times New Roman"/>
              </a:rPr>
              <a:t>Applications</a:t>
            </a:r>
            <a:endParaRPr sz="2000" b="1">
              <a:solidFill>
                <a:srgbClr val="FFFFFF"/>
              </a:solidFill>
              <a:latin typeface="Times New Roman"/>
              <a:ea typeface="Times New Roman"/>
              <a:cs typeface="Times New Roman"/>
              <a:sym typeface="Times New Roman"/>
            </a:endParaRPr>
          </a:p>
        </p:txBody>
      </p:sp>
      <p:sp>
        <p:nvSpPr>
          <p:cNvPr id="200" name="Google Shape;200;g3284d4b8cd9_0_163"/>
          <p:cNvSpPr txBox="1"/>
          <p:nvPr/>
        </p:nvSpPr>
        <p:spPr>
          <a:xfrm>
            <a:off x="3091614" y="4144350"/>
            <a:ext cx="2059200" cy="3699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000" b="1">
                <a:solidFill>
                  <a:srgbClr val="FFFFFF"/>
                </a:solidFill>
                <a:latin typeface="Times New Roman"/>
                <a:ea typeface="Times New Roman"/>
                <a:cs typeface="Times New Roman"/>
                <a:sym typeface="Times New Roman"/>
              </a:rPr>
              <a:t>Communication</a:t>
            </a:r>
            <a:endParaRPr sz="2000" b="1">
              <a:solidFill>
                <a:srgbClr val="FFFFFF"/>
              </a:solidFill>
              <a:latin typeface="Times New Roman"/>
              <a:ea typeface="Times New Roman"/>
              <a:cs typeface="Times New Roman"/>
              <a:sym typeface="Times New Roman"/>
            </a:endParaRPr>
          </a:p>
        </p:txBody>
      </p:sp>
      <p:sp>
        <p:nvSpPr>
          <p:cNvPr id="201" name="Google Shape;201;g3284d4b8cd9_0_163"/>
          <p:cNvSpPr txBox="1"/>
          <p:nvPr/>
        </p:nvSpPr>
        <p:spPr>
          <a:xfrm>
            <a:off x="3244014" y="5134950"/>
            <a:ext cx="2059200" cy="3699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000" b="1">
                <a:solidFill>
                  <a:srgbClr val="FFFFFF"/>
                </a:solidFill>
                <a:latin typeface="Times New Roman"/>
                <a:ea typeface="Times New Roman"/>
                <a:cs typeface="Times New Roman"/>
                <a:sym typeface="Times New Roman"/>
              </a:rPr>
              <a:t>Things: Sensors and actuators</a:t>
            </a:r>
            <a:endParaRPr sz="2000" b="1">
              <a:solidFill>
                <a:srgbClr val="FFFFFF"/>
              </a:solidFill>
              <a:latin typeface="Times New Roman"/>
              <a:ea typeface="Times New Roman"/>
              <a:cs typeface="Times New Roman"/>
              <a:sym typeface="Times New Roman"/>
            </a:endParaRPr>
          </a:p>
        </p:txBody>
      </p:sp>
      <p:sp>
        <p:nvSpPr>
          <p:cNvPr id="202" name="Google Shape;202;g3284d4b8cd9_0_163"/>
          <p:cNvSpPr txBox="1"/>
          <p:nvPr/>
        </p:nvSpPr>
        <p:spPr>
          <a:xfrm>
            <a:off x="2901564" y="1709650"/>
            <a:ext cx="2512200" cy="8712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Core IoT </a:t>
            </a:r>
            <a:endParaRPr sz="2400" b="1">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functional stack</a:t>
            </a:r>
            <a:endParaRPr sz="2400" b="1">
              <a:solidFill>
                <a:schemeClr val="dk1"/>
              </a:solidFill>
              <a:latin typeface="Times New Roman"/>
              <a:ea typeface="Times New Roman"/>
              <a:cs typeface="Times New Roman"/>
              <a:sym typeface="Times New Roman"/>
            </a:endParaRPr>
          </a:p>
        </p:txBody>
      </p:sp>
      <p:sp>
        <p:nvSpPr>
          <p:cNvPr id="203" name="Google Shape;203;g3284d4b8cd9_0_163"/>
          <p:cNvSpPr/>
          <p:nvPr/>
        </p:nvSpPr>
        <p:spPr>
          <a:xfrm>
            <a:off x="6770350" y="1522450"/>
            <a:ext cx="2885400" cy="47700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4" name="Google Shape;204;g3284d4b8cd9_0_163"/>
          <p:cNvSpPr/>
          <p:nvPr/>
        </p:nvSpPr>
        <p:spPr>
          <a:xfrm>
            <a:off x="7067650" y="2813150"/>
            <a:ext cx="2290800" cy="804000"/>
          </a:xfrm>
          <a:prstGeom prst="cube">
            <a:avLst>
              <a:gd name="adj" fmla="val 25000"/>
            </a:avLst>
          </a:prstGeom>
          <a:solidFill>
            <a:srgbClr val="1155CC"/>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g3284d4b8cd9_0_163"/>
          <p:cNvSpPr/>
          <p:nvPr/>
        </p:nvSpPr>
        <p:spPr>
          <a:xfrm>
            <a:off x="7067650" y="3951150"/>
            <a:ext cx="2290800" cy="804000"/>
          </a:xfrm>
          <a:prstGeom prst="cube">
            <a:avLst>
              <a:gd name="adj" fmla="val 25000"/>
            </a:avLst>
          </a:prstGeom>
          <a:solidFill>
            <a:srgbClr val="351C75"/>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g3284d4b8cd9_0_163"/>
          <p:cNvSpPr/>
          <p:nvPr/>
        </p:nvSpPr>
        <p:spPr>
          <a:xfrm>
            <a:off x="7100350" y="5060475"/>
            <a:ext cx="2290800" cy="804000"/>
          </a:xfrm>
          <a:prstGeom prst="cube">
            <a:avLst>
              <a:gd name="adj" fmla="val 25000"/>
            </a:avLst>
          </a:prstGeom>
          <a:solidFill>
            <a:srgbClr val="274E13"/>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g3284d4b8cd9_0_163"/>
          <p:cNvSpPr txBox="1"/>
          <p:nvPr/>
        </p:nvSpPr>
        <p:spPr>
          <a:xfrm>
            <a:off x="7299400" y="3001350"/>
            <a:ext cx="1906800" cy="3699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000" b="1">
                <a:solidFill>
                  <a:srgbClr val="FFFFFF"/>
                </a:solidFill>
                <a:latin typeface="Times New Roman"/>
                <a:ea typeface="Times New Roman"/>
                <a:cs typeface="Times New Roman"/>
                <a:sym typeface="Times New Roman"/>
              </a:rPr>
              <a:t>Cloud</a:t>
            </a:r>
            <a:endParaRPr sz="2000" b="1">
              <a:solidFill>
                <a:srgbClr val="FFFFFF"/>
              </a:solidFill>
              <a:latin typeface="Times New Roman"/>
              <a:ea typeface="Times New Roman"/>
              <a:cs typeface="Times New Roman"/>
              <a:sym typeface="Times New Roman"/>
            </a:endParaRPr>
          </a:p>
        </p:txBody>
      </p:sp>
      <p:sp>
        <p:nvSpPr>
          <p:cNvPr id="208" name="Google Shape;208;g3284d4b8cd9_0_163"/>
          <p:cNvSpPr txBox="1"/>
          <p:nvPr/>
        </p:nvSpPr>
        <p:spPr>
          <a:xfrm>
            <a:off x="7223200" y="4144350"/>
            <a:ext cx="2059200" cy="3699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000" b="1">
                <a:solidFill>
                  <a:srgbClr val="FFFFFF"/>
                </a:solidFill>
                <a:latin typeface="Times New Roman"/>
                <a:ea typeface="Times New Roman"/>
                <a:cs typeface="Times New Roman"/>
                <a:sym typeface="Times New Roman"/>
              </a:rPr>
              <a:t>Fog</a:t>
            </a:r>
            <a:endParaRPr sz="2000" b="1">
              <a:solidFill>
                <a:srgbClr val="FFFFFF"/>
              </a:solidFill>
              <a:latin typeface="Times New Roman"/>
              <a:ea typeface="Times New Roman"/>
              <a:cs typeface="Times New Roman"/>
              <a:sym typeface="Times New Roman"/>
            </a:endParaRPr>
          </a:p>
        </p:txBody>
      </p:sp>
      <p:sp>
        <p:nvSpPr>
          <p:cNvPr id="209" name="Google Shape;209;g3284d4b8cd9_0_163"/>
          <p:cNvSpPr txBox="1"/>
          <p:nvPr/>
        </p:nvSpPr>
        <p:spPr>
          <a:xfrm>
            <a:off x="7299400" y="5287350"/>
            <a:ext cx="2059200" cy="3699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000" b="1">
                <a:solidFill>
                  <a:srgbClr val="FFFFFF"/>
                </a:solidFill>
                <a:latin typeface="Times New Roman"/>
                <a:ea typeface="Times New Roman"/>
                <a:cs typeface="Times New Roman"/>
                <a:sym typeface="Times New Roman"/>
              </a:rPr>
              <a:t>Edge</a:t>
            </a:r>
            <a:endParaRPr sz="2000" b="1">
              <a:solidFill>
                <a:srgbClr val="FFFFFF"/>
              </a:solidFill>
              <a:latin typeface="Times New Roman"/>
              <a:ea typeface="Times New Roman"/>
              <a:cs typeface="Times New Roman"/>
              <a:sym typeface="Times New Roman"/>
            </a:endParaRPr>
          </a:p>
        </p:txBody>
      </p:sp>
      <p:sp>
        <p:nvSpPr>
          <p:cNvPr id="210" name="Google Shape;210;g3284d4b8cd9_0_163"/>
          <p:cNvSpPr txBox="1"/>
          <p:nvPr/>
        </p:nvSpPr>
        <p:spPr>
          <a:xfrm>
            <a:off x="6956950" y="1557250"/>
            <a:ext cx="2512200" cy="11829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IoT data management and computing stack</a:t>
            </a:r>
            <a:endParaRPr sz="2400" b="1">
              <a:solidFill>
                <a:schemeClr val="dk1"/>
              </a:solidFill>
              <a:latin typeface="Times New Roman"/>
              <a:ea typeface="Times New Roman"/>
              <a:cs typeface="Times New Roman"/>
              <a:sym typeface="Times New Roman"/>
            </a:endParaRPr>
          </a:p>
        </p:txBody>
      </p:sp>
      <p:cxnSp>
        <p:nvCxnSpPr>
          <p:cNvPr id="211" name="Google Shape;211;g3284d4b8cd9_0_163"/>
          <p:cNvCxnSpPr/>
          <p:nvPr/>
        </p:nvCxnSpPr>
        <p:spPr>
          <a:xfrm>
            <a:off x="6218925" y="1616525"/>
            <a:ext cx="0" cy="4320600"/>
          </a:xfrm>
          <a:prstGeom prst="straightConnector1">
            <a:avLst/>
          </a:prstGeom>
          <a:noFill/>
          <a:ln w="28575" cap="flat" cmpd="sng">
            <a:solidFill>
              <a:srgbClr val="990000"/>
            </a:solidFill>
            <a:prstDash val="solid"/>
            <a:round/>
            <a:headEnd type="triangle" w="med" len="med"/>
            <a:tailEnd type="triangle" w="med" len="med"/>
          </a:ln>
        </p:spPr>
      </p:cxnSp>
      <p:sp>
        <p:nvSpPr>
          <p:cNvPr id="212" name="Google Shape;212;g3284d4b8cd9_0_163"/>
          <p:cNvSpPr txBox="1"/>
          <p:nvPr/>
        </p:nvSpPr>
        <p:spPr>
          <a:xfrm rot="-5400000">
            <a:off x="4610589" y="3926850"/>
            <a:ext cx="2512200" cy="3699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Security</a:t>
            </a:r>
            <a:endParaRPr sz="2400" b="1">
              <a:solidFill>
                <a:schemeClr val="dk1"/>
              </a:solidFill>
              <a:latin typeface="Times New Roman"/>
              <a:ea typeface="Times New Roman"/>
              <a:cs typeface="Times New Roman"/>
              <a:sym typeface="Times New Roman"/>
            </a:endParaRPr>
          </a:p>
        </p:txBody>
      </p:sp>
      <p:sp>
        <p:nvSpPr>
          <p:cNvPr id="213" name="Google Shape;213;g3284d4b8cd9_0_163"/>
          <p:cNvSpPr txBox="1"/>
          <p:nvPr/>
        </p:nvSpPr>
        <p:spPr>
          <a:xfrm>
            <a:off x="1853064" y="4255950"/>
            <a:ext cx="1277100" cy="3699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Layer 2</a:t>
            </a:r>
            <a:endParaRPr sz="2400" b="1">
              <a:solidFill>
                <a:schemeClr val="dk1"/>
              </a:solidFill>
              <a:latin typeface="Times New Roman"/>
              <a:ea typeface="Times New Roman"/>
              <a:cs typeface="Times New Roman"/>
              <a:sym typeface="Times New Roman"/>
            </a:endParaRPr>
          </a:p>
        </p:txBody>
      </p:sp>
      <p:sp>
        <p:nvSpPr>
          <p:cNvPr id="214" name="Google Shape;214;g3284d4b8cd9_0_163"/>
          <p:cNvSpPr txBox="1"/>
          <p:nvPr/>
        </p:nvSpPr>
        <p:spPr>
          <a:xfrm>
            <a:off x="1853064" y="5211150"/>
            <a:ext cx="1277100" cy="3699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Layer 1</a:t>
            </a:r>
            <a:endParaRPr sz="2400" b="1">
              <a:solidFill>
                <a:schemeClr val="dk1"/>
              </a:solidFill>
              <a:latin typeface="Times New Roman"/>
              <a:ea typeface="Times New Roman"/>
              <a:cs typeface="Times New Roman"/>
              <a:sym typeface="Times New Roman"/>
            </a:endParaRPr>
          </a:p>
        </p:txBody>
      </p:sp>
      <p:sp>
        <p:nvSpPr>
          <p:cNvPr id="215" name="Google Shape;215;g3284d4b8cd9_0_163"/>
          <p:cNvSpPr txBox="1"/>
          <p:nvPr/>
        </p:nvSpPr>
        <p:spPr>
          <a:xfrm>
            <a:off x="1853064" y="3112950"/>
            <a:ext cx="1277100" cy="3699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Layer 3</a:t>
            </a:r>
            <a:endParaRPr sz="2400" b="1">
              <a:solidFill>
                <a:schemeClr val="dk1"/>
              </a:solidFill>
              <a:latin typeface="Times New Roman"/>
              <a:ea typeface="Times New Roman"/>
              <a:cs typeface="Times New Roman"/>
              <a:sym typeface="Times New Roman"/>
            </a:endParaRPr>
          </a:p>
        </p:txBody>
      </p:sp>
      <p:sp>
        <p:nvSpPr>
          <p:cNvPr id="216" name="Google Shape;216;g3284d4b8cd9_0_163"/>
          <p:cNvSpPr/>
          <p:nvPr/>
        </p:nvSpPr>
        <p:spPr>
          <a:xfrm>
            <a:off x="252572" y="2339850"/>
            <a:ext cx="2153100" cy="400200"/>
          </a:xfrm>
          <a:prstGeom prst="wedgeRectCallout">
            <a:avLst>
              <a:gd name="adj1" fmla="val 94175"/>
              <a:gd name="adj2" fmla="val 183115"/>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rgbClr val="0000FF"/>
                </a:solidFill>
                <a:latin typeface="Calibri"/>
                <a:ea typeface="Calibri"/>
                <a:cs typeface="Calibri"/>
                <a:sym typeface="Calibri"/>
              </a:rPr>
              <a:t>IoT data Analytics</a:t>
            </a:r>
            <a:endParaRPr/>
          </a:p>
        </p:txBody>
      </p:sp>
      <p:sp>
        <p:nvSpPr>
          <p:cNvPr id="2" name="Footer Placeholder 5">
            <a:extLst>
              <a:ext uri="{FF2B5EF4-FFF2-40B4-BE49-F238E27FC236}">
                <a16:creationId xmlns:a16="http://schemas.microsoft.com/office/drawing/2014/main" id="{C0840E85-E4BE-2B22-5295-CB2D4407648E}"/>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57B3FC19-829A-D6F5-FAEB-C84C655A1E7E}"/>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11</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284d4b8cd9_0_26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Cloud Based IoT Data Analytics</a:t>
            </a:r>
            <a:endParaRPr/>
          </a:p>
        </p:txBody>
      </p:sp>
      <p:pic>
        <p:nvPicPr>
          <p:cNvPr id="223" name="Google Shape;223;g3284d4b8cd9_0_267"/>
          <p:cNvPicPr preferRelativeResize="0"/>
          <p:nvPr/>
        </p:nvPicPr>
        <p:blipFill rotWithShape="1">
          <a:blip r:embed="rId3">
            <a:alphaModFix/>
          </a:blip>
          <a:srcRect/>
          <a:stretch/>
        </p:blipFill>
        <p:spPr>
          <a:xfrm>
            <a:off x="2791389" y="1491450"/>
            <a:ext cx="6280424" cy="5366550"/>
          </a:xfrm>
          <a:prstGeom prst="rect">
            <a:avLst/>
          </a:prstGeom>
          <a:noFill/>
          <a:ln>
            <a:noFill/>
          </a:ln>
        </p:spPr>
      </p:pic>
      <p:sp>
        <p:nvSpPr>
          <p:cNvPr id="224" name="Google Shape;224;g3284d4b8cd9_0_267"/>
          <p:cNvSpPr/>
          <p:nvPr/>
        </p:nvSpPr>
        <p:spPr>
          <a:xfrm>
            <a:off x="9319572" y="3195969"/>
            <a:ext cx="1786500" cy="1610700"/>
          </a:xfrm>
          <a:prstGeom prst="wedgeRectCallout">
            <a:avLst>
              <a:gd name="adj1" fmla="val -160671"/>
              <a:gd name="adj2" fmla="val -15702"/>
            </a:avLst>
          </a:prstGeom>
          <a:solidFill>
            <a:srgbClr val="FFC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Services</a:t>
            </a:r>
            <a:endParaRPr/>
          </a:p>
          <a:p>
            <a:pPr marL="285750" marR="0" lvl="0" indent="-285750" algn="l" rtl="0">
              <a:spcBef>
                <a:spcPts val="0"/>
              </a:spcBef>
              <a:spcAft>
                <a:spcPts val="0"/>
              </a:spcAft>
              <a:buClr>
                <a:srgbClr val="000000"/>
              </a:buClr>
              <a:buSzPts val="1600"/>
              <a:buFont typeface="Arial"/>
              <a:buChar char="•"/>
            </a:pPr>
            <a:r>
              <a:rPr lang="en-US" sz="1600">
                <a:solidFill>
                  <a:srgbClr val="000000"/>
                </a:solidFill>
                <a:latin typeface="Calibri"/>
                <a:ea typeface="Calibri"/>
                <a:cs typeface="Calibri"/>
                <a:sym typeface="Calibri"/>
              </a:rPr>
              <a:t>Google IoT Core</a:t>
            </a:r>
            <a:endParaRPr/>
          </a:p>
          <a:p>
            <a:pPr marL="285750" marR="0" lvl="0" indent="-285750" algn="l" rtl="0">
              <a:spcBef>
                <a:spcPts val="0"/>
              </a:spcBef>
              <a:spcAft>
                <a:spcPts val="0"/>
              </a:spcAft>
              <a:buClr>
                <a:srgbClr val="000000"/>
              </a:buClr>
              <a:buSzPts val="1600"/>
              <a:buFont typeface="Arial"/>
              <a:buChar char="•"/>
            </a:pPr>
            <a:r>
              <a:rPr lang="en-US" sz="1600">
                <a:solidFill>
                  <a:srgbClr val="000000"/>
                </a:solidFill>
                <a:latin typeface="Calibri"/>
                <a:ea typeface="Calibri"/>
                <a:cs typeface="Calibri"/>
                <a:sym typeface="Calibri"/>
              </a:rPr>
              <a:t>IBM Cloud</a:t>
            </a:r>
            <a:endParaRPr/>
          </a:p>
          <a:p>
            <a:pPr marL="285750" marR="0" lvl="0" indent="-285750" algn="l" rtl="0">
              <a:spcBef>
                <a:spcPts val="0"/>
              </a:spcBef>
              <a:spcAft>
                <a:spcPts val="0"/>
              </a:spcAft>
              <a:buClr>
                <a:srgbClr val="000000"/>
              </a:buClr>
              <a:buSzPts val="1600"/>
              <a:buFont typeface="Arial"/>
              <a:buChar char="•"/>
            </a:pPr>
            <a:r>
              <a:rPr lang="en-US" sz="1600">
                <a:solidFill>
                  <a:srgbClr val="000000"/>
                </a:solidFill>
                <a:latin typeface="Calibri"/>
                <a:ea typeface="Calibri"/>
                <a:cs typeface="Calibri"/>
                <a:sym typeface="Calibri"/>
              </a:rPr>
              <a:t>Amazon EC2</a:t>
            </a:r>
            <a:endParaRPr/>
          </a:p>
          <a:p>
            <a:pPr marL="285750" marR="0" lvl="0" indent="-285750" algn="l" rtl="0">
              <a:spcBef>
                <a:spcPts val="0"/>
              </a:spcBef>
              <a:spcAft>
                <a:spcPts val="0"/>
              </a:spcAft>
              <a:buClr>
                <a:srgbClr val="000000"/>
              </a:buClr>
              <a:buSzPts val="1600"/>
              <a:buFont typeface="Arial"/>
              <a:buChar char="•"/>
            </a:pPr>
            <a:r>
              <a:rPr lang="en-US" sz="1600">
                <a:solidFill>
                  <a:srgbClr val="000000"/>
                </a:solidFill>
                <a:latin typeface="Calibri"/>
                <a:ea typeface="Calibri"/>
                <a:cs typeface="Calibri"/>
                <a:sym typeface="Calibri"/>
              </a:rPr>
              <a:t>MS Azure</a:t>
            </a:r>
            <a:endParaRPr/>
          </a:p>
          <a:p>
            <a:pPr marL="285750" marR="0" lvl="0" indent="-285750" algn="l" rtl="0">
              <a:spcBef>
                <a:spcPts val="0"/>
              </a:spcBef>
              <a:spcAft>
                <a:spcPts val="0"/>
              </a:spcAft>
              <a:buClr>
                <a:srgbClr val="000000"/>
              </a:buClr>
              <a:buSzPts val="1600"/>
              <a:buFont typeface="Arial"/>
              <a:buChar char="•"/>
            </a:pPr>
            <a:r>
              <a:rPr lang="en-US" sz="1600">
                <a:solidFill>
                  <a:srgbClr val="000000"/>
                </a:solidFill>
                <a:latin typeface="Calibri"/>
                <a:ea typeface="Calibri"/>
                <a:cs typeface="Calibri"/>
                <a:sym typeface="Calibri"/>
              </a:rPr>
              <a:t>…</a:t>
            </a:r>
            <a:endParaRPr/>
          </a:p>
        </p:txBody>
      </p:sp>
      <p:sp>
        <p:nvSpPr>
          <p:cNvPr id="225" name="Google Shape;225;g3284d4b8cd9_0_267"/>
          <p:cNvSpPr/>
          <p:nvPr/>
        </p:nvSpPr>
        <p:spPr>
          <a:xfrm>
            <a:off x="1443444" y="3354783"/>
            <a:ext cx="1786500" cy="1139100"/>
          </a:xfrm>
          <a:prstGeom prst="wedgeRectCallout">
            <a:avLst>
              <a:gd name="adj1" fmla="val 116854"/>
              <a:gd name="adj2" fmla="val -6902"/>
            </a:avLst>
          </a:prstGeom>
          <a:solidFill>
            <a:srgbClr val="FFC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Types of clouds</a:t>
            </a:r>
            <a:endParaRPr/>
          </a:p>
          <a:p>
            <a:pPr marL="285750" marR="0" lvl="0" indent="-285750" algn="l" rtl="0">
              <a:spcBef>
                <a:spcPts val="0"/>
              </a:spcBef>
              <a:spcAft>
                <a:spcPts val="0"/>
              </a:spcAft>
              <a:buClr>
                <a:srgbClr val="000000"/>
              </a:buClr>
              <a:buSzPts val="1600"/>
              <a:buFont typeface="Arial"/>
              <a:buChar char="•"/>
            </a:pPr>
            <a:r>
              <a:rPr lang="en-US" sz="1600">
                <a:solidFill>
                  <a:srgbClr val="000000"/>
                </a:solidFill>
                <a:latin typeface="Calibri"/>
                <a:ea typeface="Calibri"/>
                <a:cs typeface="Calibri"/>
                <a:sym typeface="Calibri"/>
              </a:rPr>
              <a:t>Public</a:t>
            </a:r>
            <a:endParaRPr/>
          </a:p>
          <a:p>
            <a:pPr marL="285750" marR="0" lvl="0" indent="-285750" algn="l" rtl="0">
              <a:spcBef>
                <a:spcPts val="0"/>
              </a:spcBef>
              <a:spcAft>
                <a:spcPts val="0"/>
              </a:spcAft>
              <a:buClr>
                <a:srgbClr val="000000"/>
              </a:buClr>
              <a:buSzPts val="1600"/>
              <a:buFont typeface="Arial"/>
              <a:buChar char="•"/>
            </a:pPr>
            <a:r>
              <a:rPr lang="en-US" sz="1600">
                <a:solidFill>
                  <a:srgbClr val="000000"/>
                </a:solidFill>
                <a:latin typeface="Calibri"/>
                <a:ea typeface="Calibri"/>
                <a:cs typeface="Calibri"/>
                <a:sym typeface="Calibri"/>
              </a:rPr>
              <a:t>Private</a:t>
            </a:r>
            <a:endParaRPr/>
          </a:p>
          <a:p>
            <a:pPr marL="285750" marR="0" lvl="0" indent="-285750" algn="l" rtl="0">
              <a:spcBef>
                <a:spcPts val="0"/>
              </a:spcBef>
              <a:spcAft>
                <a:spcPts val="0"/>
              </a:spcAft>
              <a:buClr>
                <a:srgbClr val="000000"/>
              </a:buClr>
              <a:buSzPts val="1600"/>
              <a:buFont typeface="Arial"/>
              <a:buChar char="•"/>
            </a:pPr>
            <a:r>
              <a:rPr lang="en-US" sz="1600">
                <a:solidFill>
                  <a:srgbClr val="000000"/>
                </a:solidFill>
                <a:latin typeface="Calibri"/>
                <a:ea typeface="Calibri"/>
                <a:cs typeface="Calibri"/>
                <a:sym typeface="Calibri"/>
              </a:rPr>
              <a:t>Hybrid</a:t>
            </a:r>
            <a:endParaRPr/>
          </a:p>
        </p:txBody>
      </p:sp>
      <p:sp>
        <p:nvSpPr>
          <p:cNvPr id="226" name="Google Shape;226;g3284d4b8cd9_0_267"/>
          <p:cNvSpPr/>
          <p:nvPr/>
        </p:nvSpPr>
        <p:spPr>
          <a:xfrm>
            <a:off x="9413348" y="1825625"/>
            <a:ext cx="2012700" cy="400200"/>
          </a:xfrm>
          <a:prstGeom prst="wedgeRectCallout">
            <a:avLst>
              <a:gd name="adj1" fmla="val -78198"/>
              <a:gd name="adj2" fmla="val 64378"/>
            </a:avLst>
          </a:prstGeom>
          <a:solidFill>
            <a:srgbClr val="FFC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Many more available</a:t>
            </a:r>
            <a:endParaRPr sz="1600">
              <a:solidFill>
                <a:srgbClr val="000000"/>
              </a:solidFill>
              <a:latin typeface="Calibri"/>
              <a:ea typeface="Calibri"/>
              <a:cs typeface="Calibri"/>
              <a:sym typeface="Calibri"/>
            </a:endParaRPr>
          </a:p>
        </p:txBody>
      </p:sp>
      <p:sp>
        <p:nvSpPr>
          <p:cNvPr id="2" name="Footer Placeholder 5">
            <a:extLst>
              <a:ext uri="{FF2B5EF4-FFF2-40B4-BE49-F238E27FC236}">
                <a16:creationId xmlns:a16="http://schemas.microsoft.com/office/drawing/2014/main" id="{6781043F-B410-1A89-429F-7C2E92284FE9}"/>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C0AF5B54-0DBC-57A0-C252-5D2A3C728DEB}"/>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12</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3284d4b8cd9_0_35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Typical IoT Application Protocols</a:t>
            </a:r>
            <a:endParaRPr/>
          </a:p>
        </p:txBody>
      </p:sp>
      <p:sp>
        <p:nvSpPr>
          <p:cNvPr id="232" name="Google Shape;232;g3284d4b8cd9_0_352"/>
          <p:cNvSpPr txBox="1">
            <a:spLocks noGrp="1"/>
          </p:cNvSpPr>
          <p:nvPr>
            <p:ph type="body" idx="1"/>
          </p:nvPr>
        </p:nvSpPr>
        <p:spPr>
          <a:xfrm>
            <a:off x="911352" y="2047462"/>
            <a:ext cx="5026909" cy="39076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FF"/>
              </a:buClr>
              <a:buSzPts val="2000"/>
              <a:buChar char="●"/>
            </a:pPr>
            <a:r>
              <a:rPr lang="en-US" sz="1800" dirty="0">
                <a:solidFill>
                  <a:srgbClr val="0000FF"/>
                </a:solidFill>
              </a:rPr>
              <a:t>REST</a:t>
            </a:r>
            <a:endParaRPr sz="1800" dirty="0"/>
          </a:p>
          <a:p>
            <a:pPr marL="685800" lvl="1" indent="-228600" algn="l" rtl="0">
              <a:lnSpc>
                <a:spcPct val="90000"/>
              </a:lnSpc>
              <a:spcBef>
                <a:spcPts val="500"/>
              </a:spcBef>
              <a:spcAft>
                <a:spcPts val="0"/>
              </a:spcAft>
              <a:buClr>
                <a:schemeClr val="dk1"/>
              </a:buClr>
              <a:buSzPts val="1600"/>
              <a:buChar char="○"/>
            </a:pPr>
            <a:r>
              <a:rPr lang="en-US" sz="1400" dirty="0"/>
              <a:t>An architectural style for developing web services.</a:t>
            </a:r>
            <a:endParaRPr sz="1400" dirty="0"/>
          </a:p>
          <a:p>
            <a:pPr marL="228600" lvl="0" indent="-228600" algn="l" rtl="0">
              <a:lnSpc>
                <a:spcPct val="90000"/>
              </a:lnSpc>
              <a:spcBef>
                <a:spcPts val="1000"/>
              </a:spcBef>
              <a:spcAft>
                <a:spcPts val="0"/>
              </a:spcAft>
              <a:buClr>
                <a:srgbClr val="0000FF"/>
              </a:buClr>
              <a:buSzPts val="2000"/>
              <a:buChar char="●"/>
            </a:pPr>
            <a:r>
              <a:rPr lang="en-US" sz="1800" dirty="0">
                <a:solidFill>
                  <a:srgbClr val="0000FF"/>
                </a:solidFill>
              </a:rPr>
              <a:t>CoAP</a:t>
            </a:r>
            <a:endParaRPr sz="1800" dirty="0"/>
          </a:p>
          <a:p>
            <a:pPr marL="685800" lvl="1" indent="-228600" algn="l" rtl="0">
              <a:lnSpc>
                <a:spcPct val="90000"/>
              </a:lnSpc>
              <a:spcBef>
                <a:spcPts val="500"/>
              </a:spcBef>
              <a:spcAft>
                <a:spcPts val="0"/>
              </a:spcAft>
              <a:buClr>
                <a:schemeClr val="dk1"/>
              </a:buClr>
              <a:buSzPts val="1600"/>
              <a:buChar char="○"/>
            </a:pPr>
            <a:r>
              <a:rPr lang="en-US" sz="1400" dirty="0"/>
              <a:t>Constrained Application Protocol</a:t>
            </a:r>
            <a:endParaRPr sz="1400" dirty="0"/>
          </a:p>
          <a:p>
            <a:pPr marL="228600" lvl="0" indent="-228600" algn="l" rtl="0">
              <a:lnSpc>
                <a:spcPct val="90000"/>
              </a:lnSpc>
              <a:spcBef>
                <a:spcPts val="1000"/>
              </a:spcBef>
              <a:spcAft>
                <a:spcPts val="0"/>
              </a:spcAft>
              <a:buClr>
                <a:srgbClr val="0000FF"/>
              </a:buClr>
              <a:buSzPts val="2000"/>
              <a:buChar char="●"/>
            </a:pPr>
            <a:r>
              <a:rPr lang="en-US" sz="1800" dirty="0">
                <a:solidFill>
                  <a:srgbClr val="0000FF"/>
                </a:solidFill>
              </a:rPr>
              <a:t>MQTT</a:t>
            </a:r>
            <a:endParaRPr sz="1600" dirty="0"/>
          </a:p>
          <a:p>
            <a:pPr marL="685800" lvl="1" indent="-228600" algn="l" rtl="0">
              <a:lnSpc>
                <a:spcPct val="90000"/>
              </a:lnSpc>
              <a:spcBef>
                <a:spcPts val="500"/>
              </a:spcBef>
              <a:spcAft>
                <a:spcPts val="0"/>
              </a:spcAft>
              <a:buClr>
                <a:schemeClr val="dk1"/>
              </a:buClr>
              <a:buSzPts val="1600"/>
              <a:buChar char="○"/>
            </a:pPr>
            <a:r>
              <a:rPr lang="en-US" sz="1400" dirty="0"/>
              <a:t>Message Queuing Telemetry Transport</a:t>
            </a:r>
            <a:endParaRPr sz="1400" dirty="0"/>
          </a:p>
          <a:p>
            <a:pPr marL="228600" lvl="0" indent="-228600" algn="l" rtl="0">
              <a:lnSpc>
                <a:spcPct val="90000"/>
              </a:lnSpc>
              <a:spcBef>
                <a:spcPts val="1000"/>
              </a:spcBef>
              <a:spcAft>
                <a:spcPts val="0"/>
              </a:spcAft>
              <a:buClr>
                <a:srgbClr val="0000FF"/>
              </a:buClr>
              <a:buSzPts val="2000"/>
              <a:buChar char="●"/>
            </a:pPr>
            <a:r>
              <a:rPr lang="en-US" sz="1800" dirty="0">
                <a:solidFill>
                  <a:srgbClr val="0000FF"/>
                </a:solidFill>
              </a:rPr>
              <a:t>XMPP</a:t>
            </a:r>
            <a:endParaRPr sz="1600" dirty="0"/>
          </a:p>
          <a:p>
            <a:pPr marL="685800" lvl="1" indent="-228600" algn="l" rtl="0">
              <a:lnSpc>
                <a:spcPct val="90000"/>
              </a:lnSpc>
              <a:spcBef>
                <a:spcPts val="500"/>
              </a:spcBef>
              <a:spcAft>
                <a:spcPts val="0"/>
              </a:spcAft>
              <a:buClr>
                <a:schemeClr val="dk1"/>
              </a:buClr>
              <a:buSzPts val="1600"/>
              <a:buChar char="○"/>
            </a:pPr>
            <a:r>
              <a:rPr lang="en-US" sz="1400" dirty="0"/>
              <a:t>Extensible Messaging and Presence Protocol</a:t>
            </a:r>
            <a:endParaRPr sz="1400" dirty="0"/>
          </a:p>
          <a:p>
            <a:pPr marL="228600" lvl="0" indent="-228600" algn="l" rtl="0">
              <a:lnSpc>
                <a:spcPct val="90000"/>
              </a:lnSpc>
              <a:spcBef>
                <a:spcPts val="1000"/>
              </a:spcBef>
              <a:spcAft>
                <a:spcPts val="0"/>
              </a:spcAft>
              <a:buClr>
                <a:srgbClr val="0000FF"/>
              </a:buClr>
              <a:buSzPts val="2000"/>
              <a:buChar char="●"/>
            </a:pPr>
            <a:r>
              <a:rPr lang="en-US" sz="1800" dirty="0">
                <a:solidFill>
                  <a:srgbClr val="0000FF"/>
                </a:solidFill>
              </a:rPr>
              <a:t>AMQP</a:t>
            </a:r>
            <a:endParaRPr sz="1600" dirty="0"/>
          </a:p>
          <a:p>
            <a:pPr marL="685800" lvl="1" indent="-228600" algn="l" rtl="0">
              <a:lnSpc>
                <a:spcPct val="90000"/>
              </a:lnSpc>
              <a:spcBef>
                <a:spcPts val="500"/>
              </a:spcBef>
              <a:spcAft>
                <a:spcPts val="0"/>
              </a:spcAft>
              <a:buClr>
                <a:schemeClr val="dk1"/>
              </a:buClr>
              <a:buSzPts val="1600"/>
              <a:buChar char="○"/>
            </a:pPr>
            <a:r>
              <a:rPr lang="en-US" sz="1400" dirty="0"/>
              <a:t>Advanced Message Queuing Protocol</a:t>
            </a:r>
            <a:endParaRPr sz="1400" dirty="0"/>
          </a:p>
          <a:p>
            <a:pPr marL="228600" lvl="0" indent="-228600" algn="l" rtl="0">
              <a:lnSpc>
                <a:spcPct val="90000"/>
              </a:lnSpc>
              <a:spcBef>
                <a:spcPts val="1000"/>
              </a:spcBef>
              <a:spcAft>
                <a:spcPts val="0"/>
              </a:spcAft>
              <a:buClr>
                <a:srgbClr val="0000FF"/>
              </a:buClr>
              <a:buSzPts val="2000"/>
              <a:buChar char="●"/>
            </a:pPr>
            <a:r>
              <a:rPr lang="en-US" sz="1800" dirty="0">
                <a:solidFill>
                  <a:srgbClr val="0000FF"/>
                </a:solidFill>
              </a:rPr>
              <a:t>WebSocket</a:t>
            </a:r>
            <a:endParaRPr sz="1800" dirty="0">
              <a:solidFill>
                <a:srgbClr val="0000FF"/>
              </a:solidFill>
            </a:endParaRPr>
          </a:p>
          <a:p>
            <a:pPr marL="685800" lvl="1" indent="-228600" algn="l" rtl="0">
              <a:lnSpc>
                <a:spcPct val="90000"/>
              </a:lnSpc>
              <a:spcBef>
                <a:spcPts val="500"/>
              </a:spcBef>
              <a:spcAft>
                <a:spcPts val="0"/>
              </a:spcAft>
              <a:buClr>
                <a:schemeClr val="dk1"/>
              </a:buClr>
              <a:buSzPts val="1600"/>
              <a:buChar char="○"/>
            </a:pPr>
            <a:r>
              <a:rPr lang="en-US" sz="1400" dirty="0"/>
              <a:t>Computer Communications Protocol</a:t>
            </a:r>
            <a:endParaRPr sz="1400" dirty="0"/>
          </a:p>
        </p:txBody>
      </p:sp>
      <p:pic>
        <p:nvPicPr>
          <p:cNvPr id="234" name="Google Shape;234;g3284d4b8cd9_0_352"/>
          <p:cNvPicPr preferRelativeResize="0"/>
          <p:nvPr/>
        </p:nvPicPr>
        <p:blipFill rotWithShape="1">
          <a:blip r:embed="rId3">
            <a:alphaModFix/>
          </a:blip>
          <a:srcRect/>
          <a:stretch/>
        </p:blipFill>
        <p:spPr>
          <a:xfrm>
            <a:off x="6096000" y="2501473"/>
            <a:ext cx="5867500" cy="2999640"/>
          </a:xfrm>
          <a:prstGeom prst="rect">
            <a:avLst/>
          </a:prstGeom>
          <a:noFill/>
          <a:ln>
            <a:noFill/>
          </a:ln>
        </p:spPr>
      </p:pic>
      <p:sp>
        <p:nvSpPr>
          <p:cNvPr id="2" name="Footer Placeholder 5">
            <a:extLst>
              <a:ext uri="{FF2B5EF4-FFF2-40B4-BE49-F238E27FC236}">
                <a16:creationId xmlns:a16="http://schemas.microsoft.com/office/drawing/2014/main" id="{B4D716CD-01F2-919E-0C95-468746643788}"/>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B1FCBD62-F207-CD04-7B14-C021F78B8C8E}"/>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13</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3284d4b8cd9_0_4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Examples of Messaging Technologies: MQTT</a:t>
            </a:r>
            <a:endParaRPr/>
          </a:p>
        </p:txBody>
      </p:sp>
      <p:pic>
        <p:nvPicPr>
          <p:cNvPr id="241" name="Google Shape;241;g3284d4b8cd9_0_434"/>
          <p:cNvPicPr preferRelativeResize="0"/>
          <p:nvPr/>
        </p:nvPicPr>
        <p:blipFill rotWithShape="1">
          <a:blip r:embed="rId3">
            <a:alphaModFix/>
          </a:blip>
          <a:srcRect/>
          <a:stretch/>
        </p:blipFill>
        <p:spPr>
          <a:xfrm>
            <a:off x="1386818" y="1480024"/>
            <a:ext cx="8096250" cy="4195300"/>
          </a:xfrm>
          <a:prstGeom prst="rect">
            <a:avLst/>
          </a:prstGeom>
          <a:noFill/>
          <a:ln>
            <a:noFill/>
          </a:ln>
        </p:spPr>
      </p:pic>
      <p:pic>
        <p:nvPicPr>
          <p:cNvPr id="242" name="Google Shape;242;g3284d4b8cd9_0_434"/>
          <p:cNvPicPr preferRelativeResize="0"/>
          <p:nvPr/>
        </p:nvPicPr>
        <p:blipFill rotWithShape="1">
          <a:blip r:embed="rId4">
            <a:alphaModFix/>
          </a:blip>
          <a:srcRect/>
          <a:stretch/>
        </p:blipFill>
        <p:spPr>
          <a:xfrm>
            <a:off x="4278919" y="5523724"/>
            <a:ext cx="1914525" cy="571500"/>
          </a:xfrm>
          <a:prstGeom prst="rect">
            <a:avLst/>
          </a:prstGeom>
          <a:noFill/>
          <a:ln>
            <a:noFill/>
          </a:ln>
        </p:spPr>
      </p:pic>
      <p:sp>
        <p:nvSpPr>
          <p:cNvPr id="243" name="Google Shape;243;g3284d4b8cd9_0_434"/>
          <p:cNvSpPr txBox="1"/>
          <p:nvPr/>
        </p:nvSpPr>
        <p:spPr>
          <a:xfrm>
            <a:off x="4278918" y="6031175"/>
            <a:ext cx="51501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Topic: temperature</a:t>
            </a:r>
            <a:endParaRPr sz="1800">
              <a:solidFill>
                <a:schemeClr val="dk1"/>
              </a:solidFill>
              <a:latin typeface="Calibri"/>
              <a:ea typeface="Calibri"/>
              <a:cs typeface="Calibri"/>
              <a:sym typeface="Calibri"/>
            </a:endParaRPr>
          </a:p>
        </p:txBody>
      </p:sp>
      <p:sp>
        <p:nvSpPr>
          <p:cNvPr id="2" name="Footer Placeholder 5">
            <a:extLst>
              <a:ext uri="{FF2B5EF4-FFF2-40B4-BE49-F238E27FC236}">
                <a16:creationId xmlns:a16="http://schemas.microsoft.com/office/drawing/2014/main" id="{078436D8-EAEE-7932-A0B5-04D0E05F28D9}"/>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E6A8C276-069F-FD8B-63EE-E5A6E268F511}"/>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14</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g3284d4b8cd9_0_51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Protocols Used in A Full IoT Application</a:t>
            </a:r>
            <a:endParaRPr/>
          </a:p>
        </p:txBody>
      </p:sp>
      <p:pic>
        <p:nvPicPr>
          <p:cNvPr id="250" name="Google Shape;250;g3284d4b8cd9_0_518"/>
          <p:cNvPicPr preferRelativeResize="0"/>
          <p:nvPr/>
        </p:nvPicPr>
        <p:blipFill rotWithShape="1">
          <a:blip r:embed="rId3">
            <a:alphaModFix/>
          </a:blip>
          <a:srcRect/>
          <a:stretch/>
        </p:blipFill>
        <p:spPr>
          <a:xfrm>
            <a:off x="1048871" y="1825625"/>
            <a:ext cx="10013575" cy="4422775"/>
          </a:xfrm>
          <a:prstGeom prst="rect">
            <a:avLst/>
          </a:prstGeom>
          <a:noFill/>
          <a:ln>
            <a:noFill/>
          </a:ln>
        </p:spPr>
      </p:pic>
      <p:sp>
        <p:nvSpPr>
          <p:cNvPr id="2" name="Footer Placeholder 5">
            <a:extLst>
              <a:ext uri="{FF2B5EF4-FFF2-40B4-BE49-F238E27FC236}">
                <a16:creationId xmlns:a16="http://schemas.microsoft.com/office/drawing/2014/main" id="{552B23B0-9C64-61B3-79BE-DB671EE539A0}"/>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C6C63155-C867-69E6-F85C-FF50476720D4}"/>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15</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7">
          <a:extLst>
            <a:ext uri="{FF2B5EF4-FFF2-40B4-BE49-F238E27FC236}">
              <a16:creationId xmlns:a16="http://schemas.microsoft.com/office/drawing/2014/main" id="{124C54F5-2068-E4F9-5723-CC151774596F}"/>
            </a:ext>
          </a:extLst>
        </p:cNvPr>
        <p:cNvGrpSpPr/>
        <p:nvPr/>
      </p:nvGrpSpPr>
      <p:grpSpPr>
        <a:xfrm>
          <a:off x="0" y="0"/>
          <a:ext cx="0" cy="0"/>
          <a:chOff x="0" y="0"/>
          <a:chExt cx="0" cy="0"/>
        </a:xfrm>
      </p:grpSpPr>
      <p:sp>
        <p:nvSpPr>
          <p:cNvPr id="248" name="Google Shape;248;g3284d4b8cd9_0_518">
            <a:extLst>
              <a:ext uri="{FF2B5EF4-FFF2-40B4-BE49-F238E27FC236}">
                <a16:creationId xmlns:a16="http://schemas.microsoft.com/office/drawing/2014/main" id="{67E3B8D5-081C-61C3-5B00-6A60D73503A9}"/>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Exercise – use MQTT brokers</a:t>
            </a:r>
            <a:endParaRPr dirty="0"/>
          </a:p>
        </p:txBody>
      </p:sp>
      <p:sp>
        <p:nvSpPr>
          <p:cNvPr id="2" name="Footer Placeholder 5">
            <a:extLst>
              <a:ext uri="{FF2B5EF4-FFF2-40B4-BE49-F238E27FC236}">
                <a16:creationId xmlns:a16="http://schemas.microsoft.com/office/drawing/2014/main" id="{72496622-1EF7-E623-FA6E-5C873D01EBD1}"/>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090B4211-F2FC-7EBD-00F3-4A0ECECD3332}"/>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16</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5" name="TextBox 4">
            <a:extLst>
              <a:ext uri="{FF2B5EF4-FFF2-40B4-BE49-F238E27FC236}">
                <a16:creationId xmlns:a16="http://schemas.microsoft.com/office/drawing/2014/main" id="{279BAB5E-431F-FA8B-7D97-2B9265C2D9B7}"/>
              </a:ext>
            </a:extLst>
          </p:cNvPr>
          <p:cNvSpPr txBox="1"/>
          <p:nvPr/>
        </p:nvSpPr>
        <p:spPr>
          <a:xfrm>
            <a:off x="838200" y="1919425"/>
            <a:ext cx="9217152" cy="3606115"/>
          </a:xfrm>
          <a:prstGeom prst="rect">
            <a:avLst/>
          </a:prstGeom>
          <a:noFill/>
        </p:spPr>
        <p:txBody>
          <a:bodyPr wrap="square">
            <a:spAutoFit/>
          </a:bodyPr>
          <a:lstStyle/>
          <a:p>
            <a:pPr marL="342900" indent="-342900" rtl="0" fontAlgn="base">
              <a:buAutoNum type="arabicPeriod"/>
            </a:pPr>
            <a:r>
              <a:rPr lang="en-US" sz="16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Let us see how to setup an MQTT broker and send messages</a:t>
            </a:r>
          </a:p>
          <a:p>
            <a:pPr marL="342900" indent="-342900" rtl="0" fontAlgn="base">
              <a:buAutoNum type="arabicPeriod"/>
            </a:pPr>
            <a:r>
              <a:rPr lang="en-US" sz="16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Now, try yourself:</a:t>
            </a:r>
          </a:p>
          <a:p>
            <a:pPr rtl="0" fontAlgn="base"/>
            <a:r>
              <a:rPr lang="en-US" sz="16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       Use the diabetes.csv dataset to do the following:</a:t>
            </a:r>
          </a:p>
          <a:p>
            <a:pPr marL="742950" lvl="3" indent="-285750" fontAlgn="base">
              <a:spcBef>
                <a:spcPts val="500"/>
              </a:spcBef>
              <a:buFont typeface="+mj-lt"/>
              <a:buAutoNum type="arabicPeriod"/>
            </a:pPr>
            <a:r>
              <a:rPr lang="en-US"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Select the following 4 attributes (3 features + 1 class label) :</a:t>
            </a:r>
          </a:p>
          <a:p>
            <a:pPr marL="1143000" lvl="4" indent="-228600" fontAlgn="base">
              <a:spcBef>
                <a:spcPts val="500"/>
              </a:spcBef>
              <a:buFont typeface="Arial" panose="020B0604020202020204" pitchFamily="34" charset="0"/>
              <a:buChar char="•"/>
            </a:pPr>
            <a:r>
              <a:rPr lang="en-US" sz="12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Glucose, </a:t>
            </a:r>
            <a:r>
              <a:rPr lang="en-US" sz="1200" b="0" i="0" u="none" strike="noStrike" dirty="0" err="1">
                <a:solidFill>
                  <a:schemeClr val="accent1"/>
                </a:solidFill>
                <a:effectLst/>
                <a:latin typeface="Lato" panose="020F0502020204030203" pitchFamily="34" charset="0"/>
                <a:ea typeface="Lato" panose="020F0502020204030203" pitchFamily="34" charset="0"/>
                <a:cs typeface="Lato" panose="020F0502020204030203" pitchFamily="34" charset="0"/>
              </a:rPr>
              <a:t>BloodPressure</a:t>
            </a:r>
            <a:r>
              <a:rPr lang="en-US" sz="12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 Insulin, Outcome</a:t>
            </a:r>
          </a:p>
          <a:p>
            <a:pPr marL="742950" lvl="3" indent="-285750" fontAlgn="base">
              <a:spcBef>
                <a:spcPts val="500"/>
              </a:spcBef>
              <a:buFont typeface="+mj-lt"/>
              <a:buAutoNum type="arabicPeriod"/>
            </a:pPr>
            <a:r>
              <a:rPr lang="en-US"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Normalize Glucose, </a:t>
            </a:r>
            <a:r>
              <a:rPr lang="en-US" b="0" i="0" u="none" strike="noStrike" dirty="0" err="1">
                <a:solidFill>
                  <a:schemeClr val="accent1"/>
                </a:solidFill>
                <a:effectLst/>
                <a:latin typeface="Lato" panose="020F0502020204030203" pitchFamily="34" charset="0"/>
                <a:ea typeface="Lato" panose="020F0502020204030203" pitchFamily="34" charset="0"/>
                <a:cs typeface="Lato" panose="020F0502020204030203" pitchFamily="34" charset="0"/>
              </a:rPr>
              <a:t>BloodPressure</a:t>
            </a:r>
            <a:r>
              <a:rPr lang="en-US"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 and Insulin to [0, 1] using </a:t>
            </a:r>
            <a:r>
              <a:rPr lang="en-US" b="0" i="0" u="none" strike="noStrike" dirty="0" err="1">
                <a:solidFill>
                  <a:schemeClr val="accent1"/>
                </a:solidFill>
                <a:effectLst/>
                <a:latin typeface="Lato" panose="020F0502020204030203" pitchFamily="34" charset="0"/>
                <a:ea typeface="Lato" panose="020F0502020204030203" pitchFamily="34" charset="0"/>
                <a:cs typeface="Lato" panose="020F0502020204030203" pitchFamily="34" charset="0"/>
              </a:rPr>
              <a:t>MinMax</a:t>
            </a:r>
            <a:r>
              <a:rPr lang="en-US"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a:t>
            </a:r>
          </a:p>
          <a:p>
            <a:pPr marL="742950" lvl="3" indent="-285750" fontAlgn="base">
              <a:spcBef>
                <a:spcPts val="500"/>
              </a:spcBef>
              <a:buFont typeface="+mj-lt"/>
              <a:buAutoNum type="arabicPeriod"/>
            </a:pPr>
            <a:r>
              <a:rPr lang="en-US"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Store the new data (3 normalized features + 1 class label) in another dataset </a:t>
            </a:r>
            <a:r>
              <a:rPr lang="en-US" b="1" i="1"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S</a:t>
            </a:r>
            <a:r>
              <a:rPr lang="en-US"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a:t>
            </a:r>
          </a:p>
          <a:p>
            <a:pPr marL="742950" lvl="3" indent="-285750" fontAlgn="base">
              <a:spcBef>
                <a:spcPts val="500"/>
              </a:spcBef>
              <a:buFont typeface="+mj-lt"/>
              <a:buAutoNum type="arabicPeriod"/>
            </a:pPr>
            <a:r>
              <a:rPr lang="en-US"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Modify the MQTT example to do the following:</a:t>
            </a:r>
          </a:p>
          <a:p>
            <a:pPr marL="1143000" lvl="4" indent="-228600" fontAlgn="base">
              <a:spcBef>
                <a:spcPts val="500"/>
              </a:spcBef>
              <a:buFont typeface="Arial" panose="020B0604020202020204" pitchFamily="34" charset="0"/>
              <a:buChar char="•"/>
            </a:pPr>
            <a:r>
              <a:rPr lang="en-US" sz="12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The publisher publishes records in </a:t>
            </a:r>
            <a:r>
              <a:rPr lang="en-US" sz="1200" b="1" i="1"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S</a:t>
            </a:r>
            <a:r>
              <a:rPr lang="en-US" sz="12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 continuously. When it reaches the end of </a:t>
            </a:r>
            <a:r>
              <a:rPr lang="en-US" sz="1200" b="1" i="1"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S</a:t>
            </a:r>
            <a:r>
              <a:rPr lang="en-US" sz="12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 it continues to send from the beginning again.</a:t>
            </a:r>
          </a:p>
          <a:p>
            <a:pPr marL="1143000" lvl="4" indent="-228600" fontAlgn="base">
              <a:spcBef>
                <a:spcPts val="500"/>
              </a:spcBef>
              <a:buFont typeface="Arial" panose="020B0604020202020204" pitchFamily="34" charset="0"/>
              <a:buChar char="•"/>
            </a:pPr>
            <a:r>
              <a:rPr lang="en-US" sz="12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The subscriber continuously receives the data. For each latest record </a:t>
            </a:r>
            <a:r>
              <a:rPr lang="en-US" sz="1200" b="0" i="1"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r</a:t>
            </a:r>
            <a:r>
              <a:rPr lang="en-US" sz="12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 received, apply the 3NN classification to the last 5 records before r, and compare the classification result with the Outcome label in </a:t>
            </a:r>
            <a:r>
              <a:rPr lang="en-US" sz="1200" b="0" i="1"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r</a:t>
            </a:r>
            <a:r>
              <a:rPr lang="en-US" sz="12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a:t>
            </a:r>
          </a:p>
          <a:p>
            <a:pPr marL="1600200" lvl="5" indent="-228600" fontAlgn="base">
              <a:spcBef>
                <a:spcPts val="500"/>
              </a:spcBef>
              <a:buFont typeface="Arial" panose="020B0604020202020204" pitchFamily="34" charset="0"/>
              <a:buChar char="•"/>
            </a:pPr>
            <a:r>
              <a:rPr lang="en-US" sz="1100" b="0" i="0" u="none" strike="noStrike" dirty="0">
                <a:solidFill>
                  <a:schemeClr val="accent1"/>
                </a:solidFill>
                <a:effectLst/>
                <a:latin typeface="Lato" panose="020F0502020204030203" pitchFamily="34" charset="0"/>
                <a:ea typeface="Lato" panose="020F0502020204030203" pitchFamily="34" charset="0"/>
                <a:cs typeface="Lato" panose="020F0502020204030203" pitchFamily="34" charset="0"/>
              </a:rPr>
              <a:t>Repeat this for 1000 times, and report the number of correct classifications. </a:t>
            </a:r>
          </a:p>
          <a:p>
            <a:br>
              <a:rPr lang="en-US" sz="1000" b="0" dirty="0">
                <a:solidFill>
                  <a:schemeClr val="accent1"/>
                </a:solidFill>
                <a:effectLst/>
                <a:latin typeface="Lato" panose="020F0502020204030203" pitchFamily="34" charset="0"/>
                <a:ea typeface="Lato" panose="020F0502020204030203" pitchFamily="34" charset="0"/>
                <a:cs typeface="Lato" panose="020F0502020204030203" pitchFamily="34" charset="0"/>
              </a:rPr>
            </a:br>
            <a:endParaRPr lang="en-US" sz="1000" dirty="0">
              <a:solidFill>
                <a:schemeClr val="accent1"/>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371666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3B8D636-2567-8F45-F247-788EA7B1CBCC}"/>
            </a:ext>
          </a:extLst>
        </p:cNvPr>
        <p:cNvGrpSpPr/>
        <p:nvPr/>
      </p:nvGrpSpPr>
      <p:grpSpPr>
        <a:xfrm>
          <a:off x="0" y="0"/>
          <a:ext cx="0" cy="0"/>
          <a:chOff x="0" y="0"/>
          <a:chExt cx="0" cy="0"/>
        </a:xfrm>
      </p:grpSpPr>
      <p:sp>
        <p:nvSpPr>
          <p:cNvPr id="109" name="Google Shape;109;g322db088abc_0_103">
            <a:extLst>
              <a:ext uri="{FF2B5EF4-FFF2-40B4-BE49-F238E27FC236}">
                <a16:creationId xmlns:a16="http://schemas.microsoft.com/office/drawing/2014/main" id="{3F33C8D4-F539-19F9-76CF-40377FC4EF5B}"/>
              </a:ext>
            </a:extLst>
          </p:cNvPr>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500"/>
              <a:buNone/>
            </a:pPr>
            <a:r>
              <a:rPr lang="en-US" sz="3700"/>
              <a:t>Contents</a:t>
            </a:r>
            <a:endParaRPr sz="3700"/>
          </a:p>
        </p:txBody>
      </p:sp>
      <p:sp>
        <p:nvSpPr>
          <p:cNvPr id="110" name="Google Shape;110;g322db088abc_0_103">
            <a:extLst>
              <a:ext uri="{FF2B5EF4-FFF2-40B4-BE49-F238E27FC236}">
                <a16:creationId xmlns:a16="http://schemas.microsoft.com/office/drawing/2014/main" id="{3D37BFFE-D53C-9651-57D4-D2871E5BD124}"/>
              </a:ext>
            </a:extLst>
          </p:cNvPr>
          <p:cNvSpPr txBox="1">
            <a:spLocks noGrp="1"/>
          </p:cNvSpPr>
          <p:nvPr>
            <p:ph type="body" idx="1"/>
          </p:nvPr>
        </p:nvSpPr>
        <p:spPr>
          <a:xfrm>
            <a:off x="970200" y="2543025"/>
            <a:ext cx="10251600" cy="3768600"/>
          </a:xfrm>
          <a:prstGeom prst="rect">
            <a:avLst/>
          </a:prstGeom>
          <a:noFill/>
          <a:ln>
            <a:noFill/>
          </a:ln>
        </p:spPr>
        <p:txBody>
          <a:bodyPr spcFirstLastPara="1" wrap="square" lIns="121900" tIns="121900" rIns="121900" bIns="121900" anchor="t" anchorCtr="0">
            <a:noAutofit/>
          </a:bodyPr>
          <a:lstStyle/>
          <a:p>
            <a:pPr marL="457200" lvl="0" indent="-311150" algn="l" rtl="0">
              <a:spcBef>
                <a:spcPts val="0"/>
              </a:spcBef>
              <a:spcAft>
                <a:spcPts val="0"/>
              </a:spcAft>
              <a:buSzPts val="1300"/>
              <a:buAutoNum type="arabicPeriod"/>
            </a:pPr>
            <a:r>
              <a:rPr lang="en-US" sz="1300" dirty="0"/>
              <a:t>Background &amp; fundamentals of IoT &amp; sensor data analysis</a:t>
            </a:r>
            <a:endParaRPr sz="1300" dirty="0"/>
          </a:p>
          <a:p>
            <a:pPr marL="914400" lvl="1" indent="-298450" algn="l" rtl="0">
              <a:spcBef>
                <a:spcPts val="0"/>
              </a:spcBef>
              <a:spcAft>
                <a:spcPts val="0"/>
              </a:spcAft>
              <a:buSzPts val="1100"/>
              <a:buAutoNum type="alphaLcPeriod"/>
            </a:pPr>
            <a:r>
              <a:rPr lang="en-US" sz="1100" dirty="0"/>
              <a:t>What is IoT?</a:t>
            </a:r>
            <a:endParaRPr sz="1100" dirty="0"/>
          </a:p>
          <a:p>
            <a:pPr marL="914400" lvl="1" indent="-298450" algn="l" rtl="0">
              <a:spcBef>
                <a:spcPts val="0"/>
              </a:spcBef>
              <a:spcAft>
                <a:spcPts val="0"/>
              </a:spcAft>
              <a:buSzPts val="1100"/>
              <a:buAutoNum type="alphaLcPeriod"/>
            </a:pPr>
            <a:r>
              <a:rPr lang="en-US" sz="1100" dirty="0"/>
              <a:t>What are the key challenges with IoT data?</a:t>
            </a:r>
            <a:endParaRPr sz="1100" dirty="0"/>
          </a:p>
          <a:p>
            <a:pPr marL="914400" lvl="1" indent="-298450" algn="l" rtl="0">
              <a:spcBef>
                <a:spcPts val="0"/>
              </a:spcBef>
              <a:spcAft>
                <a:spcPts val="0"/>
              </a:spcAft>
              <a:buSzPts val="1100"/>
              <a:buAutoNum type="alphaLcPeriod"/>
            </a:pPr>
            <a:r>
              <a:rPr lang="en-US" sz="1100" dirty="0"/>
              <a:t>Exercise - load sensor data and visualize</a:t>
            </a:r>
            <a:endParaRPr sz="1100" dirty="0"/>
          </a:p>
          <a:p>
            <a:pPr marL="457200" lvl="0" indent="-311150" algn="l" rtl="0">
              <a:spcBef>
                <a:spcPts val="0"/>
              </a:spcBef>
              <a:spcAft>
                <a:spcPts val="0"/>
              </a:spcAft>
              <a:buSzPts val="1300"/>
              <a:buAutoNum type="arabicPeriod"/>
            </a:pPr>
            <a:r>
              <a:rPr lang="en-US" sz="1300" dirty="0"/>
              <a:t>IoT Connectivity</a:t>
            </a:r>
            <a:endParaRPr sz="1300" dirty="0"/>
          </a:p>
          <a:p>
            <a:pPr marL="914400" lvl="1" indent="-311150" algn="l" rtl="0">
              <a:spcBef>
                <a:spcPts val="0"/>
              </a:spcBef>
              <a:spcAft>
                <a:spcPts val="0"/>
              </a:spcAft>
              <a:buSzPts val="1300"/>
              <a:buAutoNum type="alphaLcPeriod"/>
            </a:pPr>
            <a:r>
              <a:rPr lang="en-US" sz="1300" dirty="0"/>
              <a:t>Protocols</a:t>
            </a:r>
            <a:endParaRPr sz="1300" dirty="0"/>
          </a:p>
          <a:p>
            <a:pPr marL="914400" lvl="1" indent="-311150" algn="l" rtl="0">
              <a:spcBef>
                <a:spcPts val="0"/>
              </a:spcBef>
              <a:spcAft>
                <a:spcPts val="0"/>
              </a:spcAft>
              <a:buSzPts val="1300"/>
              <a:buAutoNum type="alphaLcPeriod"/>
            </a:pPr>
            <a:r>
              <a:rPr lang="en-US" sz="1300" dirty="0"/>
              <a:t>Data &amp; Analytics</a:t>
            </a:r>
            <a:endParaRPr sz="1300" dirty="0"/>
          </a:p>
          <a:p>
            <a:pPr marL="914400" lvl="1" indent="-311150" algn="l" rtl="0">
              <a:spcBef>
                <a:spcPts val="0"/>
              </a:spcBef>
              <a:spcAft>
                <a:spcPts val="0"/>
              </a:spcAft>
              <a:buSzPts val="1300"/>
              <a:buAutoNum type="alphaLcPeriod"/>
            </a:pPr>
            <a:r>
              <a:rPr lang="en-US" sz="1300" dirty="0"/>
              <a:t>MQTT</a:t>
            </a:r>
          </a:p>
          <a:p>
            <a:pPr marL="914400" lvl="1" indent="-311150" algn="l" rtl="0">
              <a:spcBef>
                <a:spcPts val="0"/>
              </a:spcBef>
              <a:spcAft>
                <a:spcPts val="0"/>
              </a:spcAft>
              <a:buSzPts val="1300"/>
              <a:buAutoNum type="alphaLcPeriod"/>
            </a:pPr>
            <a:r>
              <a:rPr lang="en-US" sz="1300" dirty="0"/>
              <a:t>Exercise on MQTT</a:t>
            </a:r>
            <a:endParaRPr sz="1300" dirty="0"/>
          </a:p>
          <a:p>
            <a:pPr marL="457200" lvl="0" indent="-311150" algn="l" rtl="0">
              <a:spcBef>
                <a:spcPts val="0"/>
              </a:spcBef>
              <a:spcAft>
                <a:spcPts val="0"/>
              </a:spcAft>
              <a:buSzPts val="1300"/>
              <a:buAutoNum type="arabicPeriod"/>
            </a:pPr>
            <a:r>
              <a:rPr lang="en-US" sz="1300" b="1" dirty="0">
                <a:solidFill>
                  <a:schemeClr val="tx1"/>
                </a:solidFill>
              </a:rPr>
              <a:t>Predictive maintenance</a:t>
            </a:r>
            <a:endParaRPr sz="1300" b="1" dirty="0">
              <a:solidFill>
                <a:schemeClr val="tx1"/>
              </a:solidFill>
            </a:endParaRPr>
          </a:p>
          <a:p>
            <a:pPr marL="914400" lvl="1" indent="-298450" algn="l" rtl="0">
              <a:spcBef>
                <a:spcPts val="0"/>
              </a:spcBef>
              <a:spcAft>
                <a:spcPts val="0"/>
              </a:spcAft>
              <a:buSzPts val="1100"/>
              <a:buAutoNum type="alphaLcPeriod"/>
            </a:pPr>
            <a:r>
              <a:rPr lang="en-US" sz="1100" b="1" dirty="0">
                <a:solidFill>
                  <a:schemeClr val="tx1"/>
                </a:solidFill>
              </a:rPr>
              <a:t>ML modelling for predictive maintenance</a:t>
            </a:r>
            <a:endParaRPr sz="1100" b="1" dirty="0">
              <a:solidFill>
                <a:schemeClr val="tx1"/>
              </a:solidFill>
            </a:endParaRPr>
          </a:p>
          <a:p>
            <a:pPr marL="914400" lvl="1" indent="-298450" algn="l" rtl="0">
              <a:spcBef>
                <a:spcPts val="0"/>
              </a:spcBef>
              <a:spcAft>
                <a:spcPts val="0"/>
              </a:spcAft>
              <a:buSzPts val="1100"/>
              <a:buAutoNum type="alphaLcPeriod"/>
            </a:pPr>
            <a:r>
              <a:rPr lang="en-US" sz="1100" b="1" dirty="0">
                <a:solidFill>
                  <a:schemeClr val="tx1"/>
                </a:solidFill>
              </a:rPr>
              <a:t>Evaluation metrics</a:t>
            </a:r>
            <a:endParaRPr sz="1100" b="1" dirty="0">
              <a:solidFill>
                <a:schemeClr val="tx1"/>
              </a:solidFill>
            </a:endParaRPr>
          </a:p>
          <a:p>
            <a:pPr marL="914400" lvl="1" indent="-298450" algn="l" rtl="0">
              <a:spcBef>
                <a:spcPts val="0"/>
              </a:spcBef>
              <a:spcAft>
                <a:spcPts val="0"/>
              </a:spcAft>
              <a:buSzPts val="1100"/>
              <a:buAutoNum type="alphaLcPeriod"/>
            </a:pPr>
            <a:r>
              <a:rPr lang="en-US" sz="1100" b="1" dirty="0">
                <a:solidFill>
                  <a:schemeClr val="tx1"/>
                </a:solidFill>
              </a:rPr>
              <a:t>Exercise - predictive maintenance modelling</a:t>
            </a:r>
            <a:endParaRPr sz="1100" b="1" dirty="0">
              <a:solidFill>
                <a:schemeClr val="tx1"/>
              </a:solidFill>
            </a:endParaRPr>
          </a:p>
          <a:p>
            <a:pPr marL="457200" lvl="0" indent="-311150" algn="l" rtl="0">
              <a:spcBef>
                <a:spcPts val="0"/>
              </a:spcBef>
              <a:spcAft>
                <a:spcPts val="0"/>
              </a:spcAft>
              <a:buSzPts val="1300"/>
              <a:buAutoNum type="arabicPeriod"/>
            </a:pPr>
            <a:r>
              <a:rPr lang="en-US" sz="1300" dirty="0"/>
              <a:t>Real world considerations</a:t>
            </a:r>
            <a:endParaRPr sz="1300" dirty="0"/>
          </a:p>
          <a:p>
            <a:pPr marL="914400" lvl="1" indent="-298450" algn="l" rtl="0">
              <a:spcBef>
                <a:spcPts val="0"/>
              </a:spcBef>
              <a:spcAft>
                <a:spcPts val="0"/>
              </a:spcAft>
              <a:buSzPts val="1100"/>
              <a:buAutoNum type="alphaLcPeriod"/>
            </a:pPr>
            <a:r>
              <a:rPr lang="en-US" sz="1100" dirty="0"/>
              <a:t>IoT infrastructure &amp; Edge computing</a:t>
            </a:r>
            <a:endParaRPr sz="1100" dirty="0"/>
          </a:p>
          <a:p>
            <a:pPr marL="0" lvl="0" indent="0" algn="l" rtl="0">
              <a:lnSpc>
                <a:spcPct val="115000"/>
              </a:lnSpc>
              <a:spcBef>
                <a:spcPts val="1200"/>
              </a:spcBef>
              <a:spcAft>
                <a:spcPts val="1600"/>
              </a:spcAft>
              <a:buSzPts val="1700"/>
              <a:buNone/>
            </a:pPr>
            <a:endParaRPr sz="1100" dirty="0"/>
          </a:p>
        </p:txBody>
      </p:sp>
      <p:sp>
        <p:nvSpPr>
          <p:cNvPr id="2" name="Footer Placeholder 5">
            <a:extLst>
              <a:ext uri="{FF2B5EF4-FFF2-40B4-BE49-F238E27FC236}">
                <a16:creationId xmlns:a16="http://schemas.microsoft.com/office/drawing/2014/main" id="{D4D55010-CF0F-2B48-D701-1421E5DBD7AD}"/>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05DE8339-225E-2A18-92FC-96A974039F26}"/>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17</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extLst>
      <p:ext uri="{BB962C8B-B14F-4D97-AF65-F5344CB8AC3E}">
        <p14:creationId xmlns:p14="http://schemas.microsoft.com/office/powerpoint/2010/main" val="989238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324a5aa45d8_0_3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Predictive Maintenance</a:t>
            </a:r>
            <a:endParaRPr/>
          </a:p>
        </p:txBody>
      </p:sp>
      <p:sp>
        <p:nvSpPr>
          <p:cNvPr id="161" name="Google Shape;161;g324a5aa45d8_0_35"/>
          <p:cNvSpPr txBox="1">
            <a:spLocks noGrp="1"/>
          </p:cNvSpPr>
          <p:nvPr>
            <p:ph type="body" idx="1"/>
          </p:nvPr>
        </p:nvSpPr>
        <p:spPr>
          <a:xfrm>
            <a:off x="838200" y="1690825"/>
            <a:ext cx="6092952" cy="390002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sz="1200" dirty="0"/>
              <a:t>Predictive Maintenance (</a:t>
            </a:r>
            <a:r>
              <a:rPr lang="en-US" sz="1200" dirty="0" err="1"/>
              <a:t>PdM</a:t>
            </a:r>
            <a:r>
              <a:rPr lang="en-US" sz="1200" dirty="0"/>
              <a:t>) refers to the practice of using data from IoT devices and sensors to predict when equipment or machinery will fail, allowing for proactive maintenance before any issues arise. This approach helps avoid unplanned downtime and reduces maintenance costs.</a:t>
            </a:r>
            <a:endParaRPr sz="1200" dirty="0"/>
          </a:p>
          <a:p>
            <a:pPr marL="0" lvl="0" indent="0" algn="l" rtl="0">
              <a:lnSpc>
                <a:spcPct val="90000"/>
              </a:lnSpc>
              <a:spcBef>
                <a:spcPts val="1600"/>
              </a:spcBef>
              <a:spcAft>
                <a:spcPts val="0"/>
              </a:spcAft>
              <a:buSzPts val="1800"/>
              <a:buNone/>
            </a:pPr>
            <a:r>
              <a:rPr lang="en-US" sz="1200" dirty="0"/>
              <a:t> They are mostly used for applications such as:</a:t>
            </a:r>
            <a:endParaRPr sz="1200" dirty="0"/>
          </a:p>
          <a:p>
            <a:pPr marL="457200" lvl="0" indent="0" algn="l" rtl="0">
              <a:lnSpc>
                <a:spcPct val="90000"/>
              </a:lnSpc>
              <a:spcBef>
                <a:spcPts val="1600"/>
              </a:spcBef>
              <a:spcAft>
                <a:spcPts val="0"/>
              </a:spcAft>
              <a:buSzPts val="1800"/>
              <a:buNone/>
            </a:pPr>
            <a:r>
              <a:rPr lang="en-US" sz="1200" b="1" dirty="0" err="1"/>
              <a:t>Automotive:</a:t>
            </a:r>
            <a:r>
              <a:rPr lang="en-US" sz="1200" dirty="0" err="1"/>
              <a:t>IoT</a:t>
            </a:r>
            <a:r>
              <a:rPr lang="en-US" sz="1200" dirty="0"/>
              <a:t> devices track the performance of vehicles, including engine health, tire pressure, and battery status. Predictive maintenance in this sector helps avoid breakdowns by predicting component failure and recommending timely repairs, extending vehicle lifespan and improving safety.</a:t>
            </a:r>
            <a:endParaRPr sz="1200" dirty="0"/>
          </a:p>
          <a:p>
            <a:pPr marL="457200" lvl="0" indent="0" algn="l" rtl="0">
              <a:spcBef>
                <a:spcPts val="1600"/>
              </a:spcBef>
              <a:spcAft>
                <a:spcPts val="0"/>
              </a:spcAft>
              <a:buNone/>
            </a:pPr>
            <a:r>
              <a:rPr lang="en-US" sz="1200" b="1" dirty="0"/>
              <a:t>Energy &amp; Utilities: </a:t>
            </a:r>
            <a:r>
              <a:rPr lang="en-US" sz="1200" dirty="0"/>
              <a:t>In power plants and energy grids, IoT sensors monitor turbines, transformers, and other equipment. Predictive maintenance predicts potential failures in critical infrastructure, ensuring smooth operations and preventing energy outages.</a:t>
            </a:r>
            <a:endParaRPr sz="1200" dirty="0"/>
          </a:p>
          <a:p>
            <a:pPr marL="457200" lvl="0" indent="0" algn="l" rtl="0">
              <a:spcBef>
                <a:spcPts val="1600"/>
              </a:spcBef>
              <a:spcAft>
                <a:spcPts val="0"/>
              </a:spcAft>
              <a:buNone/>
            </a:pPr>
            <a:r>
              <a:rPr lang="en-US" sz="1200" b="1" dirty="0"/>
              <a:t>Aerospace: </a:t>
            </a:r>
            <a:r>
              <a:rPr lang="en-US" sz="1200" dirty="0"/>
              <a:t>Aircraft and engine components are equipped with IoT sensors that monitor conditions such as pressure, temperature, and vibration. Predictive maintenance in aviation ensures timely inspections and repairs, enhancing safety and reducing operational disruptions.</a:t>
            </a:r>
            <a:endParaRPr sz="1200" dirty="0"/>
          </a:p>
        </p:txBody>
      </p:sp>
      <p:sp>
        <p:nvSpPr>
          <p:cNvPr id="162" name="Google Shape;162;g324a5aa45d8_0_35"/>
          <p:cNvSpPr txBox="1"/>
          <p:nvPr/>
        </p:nvSpPr>
        <p:spPr>
          <a:xfrm>
            <a:off x="7555110" y="1704390"/>
            <a:ext cx="3396600" cy="1457252"/>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b="1" dirty="0">
                <a:solidFill>
                  <a:schemeClr val="accent1"/>
                </a:solidFill>
                <a:latin typeface="Lato"/>
                <a:ea typeface="Lato"/>
                <a:cs typeface="Lato"/>
                <a:sym typeface="Lato"/>
              </a:rPr>
              <a:t>Key Technologies:</a:t>
            </a:r>
            <a:endParaRPr b="1" i="0" u="none" strike="noStrike" cap="none" dirty="0">
              <a:solidFill>
                <a:schemeClr val="accent1"/>
              </a:solidFill>
              <a:latin typeface="Lato"/>
              <a:ea typeface="Lato"/>
              <a:cs typeface="Lato"/>
              <a:sym typeface="Lato"/>
            </a:endParaRPr>
          </a:p>
          <a:p>
            <a:pPr marL="457200" lvl="0" indent="-336550" algn="l" rtl="0">
              <a:spcBef>
                <a:spcPts val="0"/>
              </a:spcBef>
              <a:spcAft>
                <a:spcPts val="0"/>
              </a:spcAft>
              <a:buClr>
                <a:schemeClr val="dk1"/>
              </a:buClr>
              <a:buSzPts val="1700"/>
              <a:buFont typeface="Lato"/>
              <a:buChar char="●"/>
            </a:pPr>
            <a:r>
              <a:rPr lang="en-US" dirty="0">
                <a:solidFill>
                  <a:schemeClr val="accent1"/>
                </a:solidFill>
                <a:latin typeface="Lato"/>
                <a:ea typeface="Lato"/>
                <a:cs typeface="Lato"/>
                <a:sym typeface="Lato"/>
              </a:rPr>
              <a:t>IoT Sensors</a:t>
            </a:r>
            <a:endParaRPr dirty="0">
              <a:solidFill>
                <a:schemeClr val="accent1"/>
              </a:solidFill>
              <a:latin typeface="Lato"/>
              <a:ea typeface="Lato"/>
              <a:cs typeface="Lato"/>
              <a:sym typeface="Lato"/>
            </a:endParaRPr>
          </a:p>
          <a:p>
            <a:pPr marL="457200" lvl="0" indent="-336550" algn="l" rtl="0">
              <a:spcBef>
                <a:spcPts val="0"/>
              </a:spcBef>
              <a:spcAft>
                <a:spcPts val="0"/>
              </a:spcAft>
              <a:buClr>
                <a:schemeClr val="dk1"/>
              </a:buClr>
              <a:buSzPts val="1700"/>
              <a:buFont typeface="Lato"/>
              <a:buChar char="●"/>
            </a:pPr>
            <a:r>
              <a:rPr lang="en-US" dirty="0">
                <a:solidFill>
                  <a:schemeClr val="accent1"/>
                </a:solidFill>
                <a:latin typeface="Lato"/>
                <a:ea typeface="Lato"/>
                <a:cs typeface="Lato"/>
                <a:sym typeface="Lato"/>
              </a:rPr>
              <a:t>Data acquisition</a:t>
            </a:r>
            <a:endParaRPr dirty="0">
              <a:solidFill>
                <a:schemeClr val="accent1"/>
              </a:solidFill>
              <a:latin typeface="Lato"/>
              <a:ea typeface="Lato"/>
              <a:cs typeface="Lato"/>
              <a:sym typeface="Lato"/>
            </a:endParaRPr>
          </a:p>
          <a:p>
            <a:pPr marL="457200" lvl="0" indent="-336550" algn="l" rtl="0">
              <a:spcBef>
                <a:spcPts val="0"/>
              </a:spcBef>
              <a:spcAft>
                <a:spcPts val="0"/>
              </a:spcAft>
              <a:buClr>
                <a:schemeClr val="dk1"/>
              </a:buClr>
              <a:buSzPts val="1700"/>
              <a:buFont typeface="Lato"/>
              <a:buChar char="●"/>
            </a:pPr>
            <a:r>
              <a:rPr lang="en-US" dirty="0">
                <a:solidFill>
                  <a:schemeClr val="accent1"/>
                </a:solidFill>
                <a:latin typeface="Lato"/>
                <a:ea typeface="Lato"/>
                <a:cs typeface="Lato"/>
                <a:sym typeface="Lato"/>
              </a:rPr>
              <a:t>Cloud/Edge computing</a:t>
            </a:r>
            <a:endParaRPr dirty="0">
              <a:solidFill>
                <a:schemeClr val="accent1"/>
              </a:solidFill>
              <a:latin typeface="Lato"/>
              <a:ea typeface="Lato"/>
              <a:cs typeface="Lato"/>
              <a:sym typeface="Lato"/>
            </a:endParaRPr>
          </a:p>
          <a:p>
            <a:pPr marL="457200" lvl="0" indent="-336550" algn="l" rtl="0">
              <a:spcBef>
                <a:spcPts val="0"/>
              </a:spcBef>
              <a:spcAft>
                <a:spcPts val="0"/>
              </a:spcAft>
              <a:buClr>
                <a:schemeClr val="dk1"/>
              </a:buClr>
              <a:buSzPts val="1700"/>
              <a:buFont typeface="Lato"/>
              <a:buChar char="●"/>
            </a:pPr>
            <a:r>
              <a:rPr lang="en-US" dirty="0">
                <a:solidFill>
                  <a:schemeClr val="accent1"/>
                </a:solidFill>
                <a:latin typeface="Lato"/>
                <a:ea typeface="Lato"/>
                <a:cs typeface="Lato"/>
                <a:sym typeface="Lato"/>
              </a:rPr>
              <a:t>Machine learning for predictive analytics</a:t>
            </a:r>
            <a:endParaRPr dirty="0">
              <a:solidFill>
                <a:schemeClr val="accent1"/>
              </a:solidFill>
              <a:latin typeface="Lato"/>
              <a:ea typeface="Lato"/>
              <a:cs typeface="Lato"/>
              <a:sym typeface="Lato"/>
            </a:endParaRPr>
          </a:p>
        </p:txBody>
      </p:sp>
      <p:pic>
        <p:nvPicPr>
          <p:cNvPr id="163" name="Google Shape;163;g324a5aa45d8_0_35"/>
          <p:cNvPicPr preferRelativeResize="0"/>
          <p:nvPr/>
        </p:nvPicPr>
        <p:blipFill>
          <a:blip r:embed="rId3">
            <a:alphaModFix/>
          </a:blip>
          <a:stretch>
            <a:fillRect/>
          </a:stretch>
        </p:blipFill>
        <p:spPr>
          <a:xfrm>
            <a:off x="780925" y="3082100"/>
            <a:ext cx="533650" cy="533650"/>
          </a:xfrm>
          <a:prstGeom prst="rect">
            <a:avLst/>
          </a:prstGeom>
          <a:noFill/>
          <a:ln>
            <a:noFill/>
          </a:ln>
        </p:spPr>
      </p:pic>
      <p:pic>
        <p:nvPicPr>
          <p:cNvPr id="164" name="Google Shape;164;g324a5aa45d8_0_35"/>
          <p:cNvPicPr preferRelativeResize="0"/>
          <p:nvPr/>
        </p:nvPicPr>
        <p:blipFill>
          <a:blip r:embed="rId4">
            <a:alphaModFix/>
          </a:blip>
          <a:stretch>
            <a:fillRect/>
          </a:stretch>
        </p:blipFill>
        <p:spPr>
          <a:xfrm>
            <a:off x="838200" y="4100632"/>
            <a:ext cx="456950" cy="456950"/>
          </a:xfrm>
          <a:prstGeom prst="rect">
            <a:avLst/>
          </a:prstGeom>
          <a:noFill/>
          <a:ln>
            <a:noFill/>
          </a:ln>
        </p:spPr>
      </p:pic>
      <p:pic>
        <p:nvPicPr>
          <p:cNvPr id="165" name="Google Shape;165;g324a5aa45d8_0_35"/>
          <p:cNvPicPr preferRelativeResize="0"/>
          <p:nvPr/>
        </p:nvPicPr>
        <p:blipFill>
          <a:blip r:embed="rId5">
            <a:alphaModFix/>
          </a:blip>
          <a:stretch>
            <a:fillRect/>
          </a:stretch>
        </p:blipFill>
        <p:spPr>
          <a:xfrm>
            <a:off x="730000" y="4820275"/>
            <a:ext cx="635500" cy="635500"/>
          </a:xfrm>
          <a:prstGeom prst="rect">
            <a:avLst/>
          </a:prstGeom>
          <a:noFill/>
          <a:ln>
            <a:noFill/>
          </a:ln>
        </p:spPr>
      </p:pic>
      <p:pic>
        <p:nvPicPr>
          <p:cNvPr id="166" name="Google Shape;166;g324a5aa45d8_0_35"/>
          <p:cNvPicPr preferRelativeResize="0"/>
          <p:nvPr/>
        </p:nvPicPr>
        <p:blipFill>
          <a:blip r:embed="rId6">
            <a:alphaModFix/>
          </a:blip>
          <a:stretch>
            <a:fillRect/>
          </a:stretch>
        </p:blipFill>
        <p:spPr>
          <a:xfrm>
            <a:off x="7277600" y="3429000"/>
            <a:ext cx="4222750" cy="2708268"/>
          </a:xfrm>
          <a:prstGeom prst="rect">
            <a:avLst/>
          </a:prstGeom>
          <a:noFill/>
          <a:ln>
            <a:noFill/>
          </a:ln>
        </p:spPr>
      </p:pic>
      <p:sp>
        <p:nvSpPr>
          <p:cNvPr id="2" name="Footer Placeholder 5">
            <a:extLst>
              <a:ext uri="{FF2B5EF4-FFF2-40B4-BE49-F238E27FC236}">
                <a16:creationId xmlns:a16="http://schemas.microsoft.com/office/drawing/2014/main" id="{702AD8C4-B3C6-5893-5A65-9871D5725602}"/>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B6E04E68-1E28-3F0A-C3B2-7F00F89E15B9}"/>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18</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7D4E3D16-864B-4F31-F5C3-63F1FCFD757A}"/>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2482780A-2211-1ABB-1972-190738DB017A}"/>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Predictive maintenance is critical in manufacturing</a:t>
            </a:r>
          </a:p>
        </p:txBody>
      </p:sp>
      <p:sp>
        <p:nvSpPr>
          <p:cNvPr id="2" name="Footer Placeholder 5">
            <a:extLst>
              <a:ext uri="{FF2B5EF4-FFF2-40B4-BE49-F238E27FC236}">
                <a16:creationId xmlns:a16="http://schemas.microsoft.com/office/drawing/2014/main" id="{0D77DA59-821B-2AB8-94AE-2FA72E4065CF}"/>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3B454852-6898-7606-FD3E-8389B996DF8B}"/>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19</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pic>
        <p:nvPicPr>
          <p:cNvPr id="7" name="Google Shape;275;g3254e8c8a3a_0_53">
            <a:extLst>
              <a:ext uri="{FF2B5EF4-FFF2-40B4-BE49-F238E27FC236}">
                <a16:creationId xmlns:a16="http://schemas.microsoft.com/office/drawing/2014/main" id="{E1881B31-876D-8568-0340-0785778DE681}"/>
              </a:ext>
            </a:extLst>
          </p:cNvPr>
          <p:cNvPicPr preferRelativeResize="0"/>
          <p:nvPr/>
        </p:nvPicPr>
        <p:blipFill>
          <a:blip r:embed="rId3">
            <a:alphaModFix/>
          </a:blip>
          <a:stretch>
            <a:fillRect/>
          </a:stretch>
        </p:blipFill>
        <p:spPr>
          <a:xfrm>
            <a:off x="1462087" y="1986687"/>
            <a:ext cx="9267825" cy="4029075"/>
          </a:xfrm>
          <a:prstGeom prst="rect">
            <a:avLst/>
          </a:prstGeom>
          <a:noFill/>
          <a:ln>
            <a:noFill/>
          </a:ln>
        </p:spPr>
      </p:pic>
    </p:spTree>
    <p:extLst>
      <p:ext uri="{BB962C8B-B14F-4D97-AF65-F5344CB8AC3E}">
        <p14:creationId xmlns:p14="http://schemas.microsoft.com/office/powerpoint/2010/main" val="558988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13312A70-FCF4-B37F-CF5E-11E424FA9875}"/>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C9C37D29-7294-BDED-4085-4558BF642162}"/>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Different types of maintenance</a:t>
            </a:r>
          </a:p>
        </p:txBody>
      </p:sp>
      <p:sp>
        <p:nvSpPr>
          <p:cNvPr id="2" name="Footer Placeholder 5">
            <a:extLst>
              <a:ext uri="{FF2B5EF4-FFF2-40B4-BE49-F238E27FC236}">
                <a16:creationId xmlns:a16="http://schemas.microsoft.com/office/drawing/2014/main" id="{06D50920-EC1F-BB00-77AE-766B1BB901E9}"/>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071AFFBC-FA66-1C02-1503-9DE22E42E625}"/>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20</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pic>
        <p:nvPicPr>
          <p:cNvPr id="4" name="Google Shape;282;g32661e6fe8e_0_3">
            <a:extLst>
              <a:ext uri="{FF2B5EF4-FFF2-40B4-BE49-F238E27FC236}">
                <a16:creationId xmlns:a16="http://schemas.microsoft.com/office/drawing/2014/main" id="{547B46A9-76BF-83BB-9334-325EB141F55F}"/>
              </a:ext>
            </a:extLst>
          </p:cNvPr>
          <p:cNvPicPr preferRelativeResize="0"/>
          <p:nvPr/>
        </p:nvPicPr>
        <p:blipFill>
          <a:blip r:embed="rId3">
            <a:alphaModFix/>
          </a:blip>
          <a:stretch>
            <a:fillRect/>
          </a:stretch>
        </p:blipFill>
        <p:spPr>
          <a:xfrm>
            <a:off x="307649" y="2452875"/>
            <a:ext cx="11576702" cy="3096700"/>
          </a:xfrm>
          <a:prstGeom prst="rect">
            <a:avLst/>
          </a:prstGeom>
          <a:noFill/>
          <a:ln>
            <a:noFill/>
          </a:ln>
        </p:spPr>
      </p:pic>
    </p:spTree>
    <p:extLst>
      <p:ext uri="{BB962C8B-B14F-4D97-AF65-F5344CB8AC3E}">
        <p14:creationId xmlns:p14="http://schemas.microsoft.com/office/powerpoint/2010/main" val="703604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26616BFE-E6EC-F949-84E9-B8F7122C2847}"/>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40F22EEF-8367-7533-5D3B-8C10F0D65513}"/>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Real life sensor examples</a:t>
            </a:r>
          </a:p>
        </p:txBody>
      </p:sp>
      <p:sp>
        <p:nvSpPr>
          <p:cNvPr id="2" name="Footer Placeholder 5">
            <a:extLst>
              <a:ext uri="{FF2B5EF4-FFF2-40B4-BE49-F238E27FC236}">
                <a16:creationId xmlns:a16="http://schemas.microsoft.com/office/drawing/2014/main" id="{9B11913E-B09A-B8C1-A788-14076AFC26E1}"/>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881F0708-7E22-61C1-2FED-550146768C77}"/>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21</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pic>
        <p:nvPicPr>
          <p:cNvPr id="5" name="Google Shape;289;g32661e6fe8e_0_17">
            <a:extLst>
              <a:ext uri="{FF2B5EF4-FFF2-40B4-BE49-F238E27FC236}">
                <a16:creationId xmlns:a16="http://schemas.microsoft.com/office/drawing/2014/main" id="{56B197D9-CED7-261B-B4B6-1E6DB999BE3F}"/>
              </a:ext>
            </a:extLst>
          </p:cNvPr>
          <p:cNvPicPr preferRelativeResize="0"/>
          <p:nvPr/>
        </p:nvPicPr>
        <p:blipFill>
          <a:blip r:embed="rId3">
            <a:alphaModFix/>
          </a:blip>
          <a:stretch>
            <a:fillRect/>
          </a:stretch>
        </p:blipFill>
        <p:spPr>
          <a:xfrm>
            <a:off x="1378942" y="1960575"/>
            <a:ext cx="9434115" cy="4081299"/>
          </a:xfrm>
          <a:prstGeom prst="rect">
            <a:avLst/>
          </a:prstGeom>
          <a:noFill/>
          <a:ln>
            <a:noFill/>
          </a:ln>
        </p:spPr>
      </p:pic>
    </p:spTree>
    <p:extLst>
      <p:ext uri="{BB962C8B-B14F-4D97-AF65-F5344CB8AC3E}">
        <p14:creationId xmlns:p14="http://schemas.microsoft.com/office/powerpoint/2010/main" val="2560466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2D3CA2FA-9996-0386-D897-4EFE55CEF457}"/>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00860F69-D8CC-0E2B-AD94-C05CE82D25CB}"/>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Reality is challenging</a:t>
            </a:r>
          </a:p>
        </p:txBody>
      </p:sp>
      <p:sp>
        <p:nvSpPr>
          <p:cNvPr id="2" name="Footer Placeholder 5">
            <a:extLst>
              <a:ext uri="{FF2B5EF4-FFF2-40B4-BE49-F238E27FC236}">
                <a16:creationId xmlns:a16="http://schemas.microsoft.com/office/drawing/2014/main" id="{05752B19-48D0-8A79-B9B9-2F439789A6BA}"/>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7A4E2FF5-EF26-5CE9-B938-A59C704AAB0E}"/>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22</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pic>
        <p:nvPicPr>
          <p:cNvPr id="4" name="Google Shape;296;g32661e6fe8e_0_10">
            <a:extLst>
              <a:ext uri="{FF2B5EF4-FFF2-40B4-BE49-F238E27FC236}">
                <a16:creationId xmlns:a16="http://schemas.microsoft.com/office/drawing/2014/main" id="{02A18D79-6E1B-0DBF-A87E-F0272742BAD8}"/>
              </a:ext>
            </a:extLst>
          </p:cNvPr>
          <p:cNvPicPr preferRelativeResize="0"/>
          <p:nvPr/>
        </p:nvPicPr>
        <p:blipFill>
          <a:blip r:embed="rId3">
            <a:alphaModFix/>
          </a:blip>
          <a:stretch>
            <a:fillRect/>
          </a:stretch>
        </p:blipFill>
        <p:spPr>
          <a:xfrm>
            <a:off x="1138237" y="2116197"/>
            <a:ext cx="9915525" cy="3352800"/>
          </a:xfrm>
          <a:prstGeom prst="rect">
            <a:avLst/>
          </a:prstGeom>
          <a:noFill/>
          <a:ln>
            <a:noFill/>
          </a:ln>
        </p:spPr>
      </p:pic>
    </p:spTree>
    <p:extLst>
      <p:ext uri="{BB962C8B-B14F-4D97-AF65-F5344CB8AC3E}">
        <p14:creationId xmlns:p14="http://schemas.microsoft.com/office/powerpoint/2010/main" val="1004330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136B3076-E0E4-AD46-165A-346635B98BEE}"/>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5A3D361C-9BD8-7882-A8C8-DDECE96F3F41}"/>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We can use unsupervised methods instead</a:t>
            </a:r>
          </a:p>
        </p:txBody>
      </p:sp>
      <p:sp>
        <p:nvSpPr>
          <p:cNvPr id="2" name="Footer Placeholder 5">
            <a:extLst>
              <a:ext uri="{FF2B5EF4-FFF2-40B4-BE49-F238E27FC236}">
                <a16:creationId xmlns:a16="http://schemas.microsoft.com/office/drawing/2014/main" id="{B806FA17-7DF3-7075-D0A6-DC996A9DC77A}"/>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AD53ECAE-2A31-DBD1-0FC7-27DF8D9B5375}"/>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23</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5" name="Google Shape;302;g324a5aa45d8_0_248">
            <a:extLst>
              <a:ext uri="{FF2B5EF4-FFF2-40B4-BE49-F238E27FC236}">
                <a16:creationId xmlns:a16="http://schemas.microsoft.com/office/drawing/2014/main" id="{282A2A87-4CC6-5134-6C6E-2771D44EBB3C}"/>
              </a:ext>
            </a:extLst>
          </p:cNvPr>
          <p:cNvSpPr txBox="1">
            <a:spLocks/>
          </p:cNvSpPr>
          <p:nvPr/>
        </p:nvSpPr>
        <p:spPr>
          <a:xfrm>
            <a:off x="970200" y="1830679"/>
            <a:ext cx="8701752" cy="546088"/>
          </a:xfrm>
          <a:prstGeom prst="rect">
            <a:avLst/>
          </a:prstGeom>
          <a:noFill/>
          <a:ln>
            <a:noFill/>
          </a:ln>
        </p:spPr>
        <p:txBody>
          <a:bodyPr spcFirstLastPara="1" wrap="square" lIns="121900" tIns="121900" rIns="121900" bIns="121900" anchor="t" anchorCtr="0">
            <a:normAutofit fontScale="975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Raleway"/>
              <a:buNone/>
              <a:defRPr sz="37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3700"/>
              <a:buFont typeface="Raleway"/>
              <a:buNone/>
              <a:defRPr sz="3700" b="1" i="0" u="none" strike="noStrike" cap="none">
                <a:solidFill>
                  <a:schemeClr val="dk2"/>
                </a:solidFill>
                <a:latin typeface="Raleway"/>
                <a:ea typeface="Raleway"/>
                <a:cs typeface="Raleway"/>
                <a:sym typeface="Raleway"/>
              </a:defRPr>
            </a:lvl9pPr>
          </a:lstStyle>
          <a:p>
            <a:r>
              <a:rPr lang="en-US" sz="1600" dirty="0">
                <a:solidFill>
                  <a:schemeClr val="tx1"/>
                </a:solidFill>
                <a:latin typeface="Lato" panose="020F0502020204030203" pitchFamily="34" charset="0"/>
                <a:ea typeface="Lato" panose="020F0502020204030203" pitchFamily="34" charset="0"/>
                <a:cs typeface="Lato" panose="020F0502020204030203" pitchFamily="34" charset="0"/>
              </a:rPr>
              <a:t>First the data needs to be treated using methods such as Dimensionality Reduction</a:t>
            </a:r>
          </a:p>
        </p:txBody>
      </p:sp>
      <p:sp>
        <p:nvSpPr>
          <p:cNvPr id="6" name="Google Shape;303;g324a5aa45d8_0_248">
            <a:extLst>
              <a:ext uri="{FF2B5EF4-FFF2-40B4-BE49-F238E27FC236}">
                <a16:creationId xmlns:a16="http://schemas.microsoft.com/office/drawing/2014/main" id="{989A8A5F-29AC-12A2-A6B6-D6C6E5648131}"/>
              </a:ext>
            </a:extLst>
          </p:cNvPr>
          <p:cNvSpPr txBox="1">
            <a:spLocks noGrp="1"/>
          </p:cNvSpPr>
          <p:nvPr>
            <p:ph type="body" idx="1"/>
          </p:nvPr>
        </p:nvSpPr>
        <p:spPr>
          <a:xfrm>
            <a:off x="970200" y="2588270"/>
            <a:ext cx="10251600" cy="3583500"/>
          </a:xfrm>
          <a:prstGeom prst="rect">
            <a:avLst/>
          </a:prstGeom>
        </p:spPr>
        <p:txBody>
          <a:bodyPr spcFirstLastPara="1" wrap="square" lIns="121900" tIns="121900" rIns="121900" bIns="121900" anchor="t" anchorCtr="0">
            <a:normAutofit/>
          </a:bodyPr>
          <a:lstStyle/>
          <a:p>
            <a:pPr marL="0" lvl="0" indent="0" algn="l" rtl="0">
              <a:spcBef>
                <a:spcPts val="0"/>
              </a:spcBef>
              <a:spcAft>
                <a:spcPts val="0"/>
              </a:spcAft>
              <a:buNone/>
            </a:pPr>
            <a:r>
              <a:rPr lang="en-US" b="1" dirty="0"/>
              <a:t>Principal Component Analysis (PCA):</a:t>
            </a:r>
            <a:r>
              <a:rPr lang="en-US" dirty="0"/>
              <a:t> Reducing the number of features while retaining most of the variance in the data.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t-SNE or UMAP: </a:t>
            </a:r>
            <a:r>
              <a:rPr lang="en-US" dirty="0"/>
              <a:t>Visualizing high-dimensional data or reducing dimensionality in a way that highlights important patterns.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Importance of Dimensionality Reduction</a:t>
            </a:r>
            <a:endParaRPr b="1" dirty="0"/>
          </a:p>
          <a:p>
            <a:pPr marL="457200" lvl="0" indent="-336550" algn="l" rtl="0">
              <a:spcBef>
                <a:spcPts val="0"/>
              </a:spcBef>
              <a:spcAft>
                <a:spcPts val="0"/>
              </a:spcAft>
              <a:buClr>
                <a:schemeClr val="dk1"/>
              </a:buClr>
              <a:buSzPts val="1700"/>
              <a:buChar char="●"/>
            </a:pPr>
            <a:r>
              <a:rPr lang="en-US" b="1" dirty="0"/>
              <a:t>Reduces Computational Complexity</a:t>
            </a:r>
            <a:r>
              <a:rPr lang="en-US" dirty="0"/>
              <a:t>: Minimizes processing time and resource usage by working with fewer features.</a:t>
            </a:r>
            <a:endParaRPr dirty="0"/>
          </a:p>
          <a:p>
            <a:pPr marL="457200" lvl="0" indent="-336550" algn="l" rtl="0">
              <a:spcBef>
                <a:spcPts val="0"/>
              </a:spcBef>
              <a:spcAft>
                <a:spcPts val="0"/>
              </a:spcAft>
              <a:buClr>
                <a:schemeClr val="dk1"/>
              </a:buClr>
              <a:buSzPts val="1700"/>
              <a:buChar char="●"/>
            </a:pPr>
            <a:r>
              <a:rPr lang="en-US" b="1" dirty="0"/>
              <a:t>Mitigates Overfitting: </a:t>
            </a:r>
            <a:r>
              <a:rPr lang="en-US" dirty="0"/>
              <a:t>Helps models generalize better by removing irrelevant or redundant features.</a:t>
            </a:r>
            <a:endParaRPr dirty="0"/>
          </a:p>
          <a:p>
            <a:pPr marL="457200" lvl="0" indent="-336550" algn="l" rtl="0">
              <a:spcBef>
                <a:spcPts val="0"/>
              </a:spcBef>
              <a:spcAft>
                <a:spcPts val="0"/>
              </a:spcAft>
              <a:buClr>
                <a:schemeClr val="dk1"/>
              </a:buClr>
              <a:buSzPts val="1700"/>
              <a:buChar char="●"/>
            </a:pPr>
            <a:r>
              <a:rPr lang="en-US" b="1" dirty="0"/>
              <a:t>Enhances Interpretability:</a:t>
            </a:r>
            <a:r>
              <a:rPr lang="en-US" dirty="0"/>
              <a:t> Simplifies data, making it easier to identify key patterns and relationships.</a:t>
            </a:r>
            <a:endParaRP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291184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12A00E0A-746A-0429-164E-DECD011596EE}"/>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37E44ABB-FA2D-9BC4-E7BF-3FA32A6239CE}"/>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Principal component analysis</a:t>
            </a:r>
          </a:p>
        </p:txBody>
      </p:sp>
      <p:sp>
        <p:nvSpPr>
          <p:cNvPr id="2" name="Footer Placeholder 5">
            <a:extLst>
              <a:ext uri="{FF2B5EF4-FFF2-40B4-BE49-F238E27FC236}">
                <a16:creationId xmlns:a16="http://schemas.microsoft.com/office/drawing/2014/main" id="{2D57C305-2364-8125-AD76-00C852A68953}"/>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8F1736A8-96A1-41F6-52F9-54545009E708}"/>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24</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8" name="Google Shape;310;g3254e8c8a3a_0_14">
            <a:extLst>
              <a:ext uri="{FF2B5EF4-FFF2-40B4-BE49-F238E27FC236}">
                <a16:creationId xmlns:a16="http://schemas.microsoft.com/office/drawing/2014/main" id="{F4CCA080-3DF3-B43D-01EE-49FF19DB35E2}"/>
              </a:ext>
            </a:extLst>
          </p:cNvPr>
          <p:cNvSpPr txBox="1"/>
          <p:nvPr/>
        </p:nvSpPr>
        <p:spPr>
          <a:xfrm>
            <a:off x="8183226" y="2203148"/>
            <a:ext cx="3660000" cy="2744311"/>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700"/>
              </a:spcBef>
              <a:spcAft>
                <a:spcPts val="0"/>
              </a:spcAft>
              <a:buSzPts val="1600"/>
              <a:buFont typeface="Lato"/>
              <a:buAutoNum type="arabicPeriod"/>
            </a:pPr>
            <a:r>
              <a:rPr lang="en-US" sz="1200" b="1" dirty="0">
                <a:latin typeface="Lato"/>
                <a:ea typeface="Lato"/>
                <a:cs typeface="Lato"/>
                <a:sym typeface="Lato"/>
              </a:rPr>
              <a:t>Dimensionality Reduction: </a:t>
            </a:r>
            <a:r>
              <a:rPr lang="en-US" sz="1200" dirty="0">
                <a:latin typeface="Lato"/>
                <a:ea typeface="Lato"/>
                <a:cs typeface="Lato"/>
                <a:sym typeface="Lato"/>
              </a:rPr>
              <a:t>PCA is used to reduce the dimensionality of the data (e.g., from 2D to 1D in this example) by focusing on the components that capture the most variance (PC1). This makes the data easier to analyze while minimizing information loss.</a:t>
            </a:r>
            <a:endParaRPr sz="1200" dirty="0">
              <a:latin typeface="Lato"/>
              <a:ea typeface="Lato"/>
              <a:cs typeface="Lato"/>
              <a:sym typeface="Lato"/>
            </a:endParaRPr>
          </a:p>
          <a:p>
            <a:pPr marL="457200" lvl="0" indent="-330200" algn="l" rtl="0">
              <a:lnSpc>
                <a:spcPct val="115000"/>
              </a:lnSpc>
              <a:spcBef>
                <a:spcPts val="1700"/>
              </a:spcBef>
              <a:spcAft>
                <a:spcPts val="0"/>
              </a:spcAft>
              <a:buSzPts val="1600"/>
              <a:buFont typeface="Lato"/>
              <a:buAutoNum type="arabicPeriod"/>
            </a:pPr>
            <a:r>
              <a:rPr lang="en-US" sz="1200" b="1" dirty="0">
                <a:latin typeface="Lato"/>
                <a:ea typeface="Lato"/>
                <a:cs typeface="Lato"/>
                <a:sym typeface="Lato"/>
              </a:rPr>
              <a:t>Feature </a:t>
            </a:r>
            <a:r>
              <a:rPr lang="en-US" sz="1200" b="1" dirty="0" err="1">
                <a:latin typeface="Lato"/>
                <a:ea typeface="Lato"/>
                <a:cs typeface="Lato"/>
                <a:sym typeface="Lato"/>
              </a:rPr>
              <a:t>Transformation:</a:t>
            </a:r>
            <a:r>
              <a:rPr lang="en-US" sz="1200" dirty="0" err="1">
                <a:latin typeface="Lato"/>
                <a:ea typeface="Lato"/>
                <a:cs typeface="Lato"/>
                <a:sym typeface="Lato"/>
              </a:rPr>
              <a:t>The</a:t>
            </a:r>
            <a:r>
              <a:rPr lang="en-US" sz="1200" dirty="0">
                <a:latin typeface="Lato"/>
                <a:ea typeface="Lato"/>
                <a:cs typeface="Lato"/>
                <a:sym typeface="Lato"/>
              </a:rPr>
              <a:t> data is reoriented along new axes (principal components), which are linear combinations of the original features.</a:t>
            </a:r>
            <a:endParaRPr sz="1200" dirty="0">
              <a:latin typeface="Lato"/>
              <a:ea typeface="Lato"/>
              <a:cs typeface="Lato"/>
              <a:sym typeface="Lato"/>
            </a:endParaRPr>
          </a:p>
        </p:txBody>
      </p:sp>
      <p:pic>
        <p:nvPicPr>
          <p:cNvPr id="9" name="Google Shape;311;g3254e8c8a3a_0_14">
            <a:extLst>
              <a:ext uri="{FF2B5EF4-FFF2-40B4-BE49-F238E27FC236}">
                <a16:creationId xmlns:a16="http://schemas.microsoft.com/office/drawing/2014/main" id="{F94DA21F-C3A5-8460-4356-5CF591B9F529}"/>
              </a:ext>
            </a:extLst>
          </p:cNvPr>
          <p:cNvPicPr preferRelativeResize="0"/>
          <p:nvPr/>
        </p:nvPicPr>
        <p:blipFill>
          <a:blip r:embed="rId3">
            <a:alphaModFix/>
          </a:blip>
          <a:stretch>
            <a:fillRect/>
          </a:stretch>
        </p:blipFill>
        <p:spPr>
          <a:xfrm>
            <a:off x="518922" y="1767344"/>
            <a:ext cx="7841850" cy="3920925"/>
          </a:xfrm>
          <a:prstGeom prst="rect">
            <a:avLst/>
          </a:prstGeom>
          <a:noFill/>
          <a:ln>
            <a:noFill/>
          </a:ln>
        </p:spPr>
      </p:pic>
    </p:spTree>
    <p:extLst>
      <p:ext uri="{BB962C8B-B14F-4D97-AF65-F5344CB8AC3E}">
        <p14:creationId xmlns:p14="http://schemas.microsoft.com/office/powerpoint/2010/main" val="1662464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BDE77523-8636-7CDA-EBDA-0FCC5812AE45}"/>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6508DED0-45C0-A410-E90E-C599D220A5A9}"/>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PCA – another example</a:t>
            </a:r>
          </a:p>
        </p:txBody>
      </p:sp>
      <p:sp>
        <p:nvSpPr>
          <p:cNvPr id="2" name="Footer Placeholder 5">
            <a:extLst>
              <a:ext uri="{FF2B5EF4-FFF2-40B4-BE49-F238E27FC236}">
                <a16:creationId xmlns:a16="http://schemas.microsoft.com/office/drawing/2014/main" id="{D103456B-29E2-4AE9-0D29-2F53D473538A}"/>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43146CE8-67C5-8A6F-71B5-1A940903C2C5}"/>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25</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5" name="Google Shape;318;g3254e8c8a3a_0_31">
            <a:extLst>
              <a:ext uri="{FF2B5EF4-FFF2-40B4-BE49-F238E27FC236}">
                <a16:creationId xmlns:a16="http://schemas.microsoft.com/office/drawing/2014/main" id="{634AF881-1AE1-6E55-B453-237841D513F2}"/>
              </a:ext>
            </a:extLst>
          </p:cNvPr>
          <p:cNvSpPr txBox="1"/>
          <p:nvPr/>
        </p:nvSpPr>
        <p:spPr>
          <a:xfrm>
            <a:off x="9235440" y="1523918"/>
            <a:ext cx="2679192" cy="2520660"/>
          </a:xfrm>
          <a:prstGeom prst="rect">
            <a:avLst/>
          </a:prstGeom>
          <a:noFill/>
          <a:ln>
            <a:noFill/>
          </a:ln>
        </p:spPr>
        <p:txBody>
          <a:bodyPr spcFirstLastPara="1" wrap="square" lIns="91425" tIns="91425" rIns="91425" bIns="91425" anchor="t" anchorCtr="0">
            <a:spAutoFit/>
          </a:bodyPr>
          <a:lstStyle/>
          <a:p>
            <a:pPr marL="133350" lvl="0" algn="l" rtl="0">
              <a:lnSpc>
                <a:spcPct val="115000"/>
              </a:lnSpc>
              <a:spcBef>
                <a:spcPts val="0"/>
              </a:spcBef>
              <a:spcAft>
                <a:spcPts val="0"/>
              </a:spcAft>
              <a:buSzPts val="1500"/>
            </a:pPr>
            <a:r>
              <a:rPr lang="en-US" sz="1200" dirty="0">
                <a:solidFill>
                  <a:schemeClr val="accent1"/>
                </a:solidFill>
                <a:latin typeface="Lato"/>
                <a:ea typeface="Lato"/>
                <a:cs typeface="Lato"/>
                <a:sym typeface="Lato"/>
              </a:rPr>
              <a:t>Try to draw a straight line that capture most of the variance in the data</a:t>
            </a:r>
          </a:p>
          <a:p>
            <a:pPr marL="133350" lvl="0" algn="l" rtl="0">
              <a:lnSpc>
                <a:spcPct val="115000"/>
              </a:lnSpc>
              <a:spcBef>
                <a:spcPts val="0"/>
              </a:spcBef>
              <a:spcAft>
                <a:spcPts val="0"/>
              </a:spcAft>
              <a:buSzPts val="1500"/>
            </a:pPr>
            <a:endParaRPr lang="en-US" sz="1200" dirty="0">
              <a:solidFill>
                <a:schemeClr val="accent1"/>
              </a:solidFill>
              <a:latin typeface="Lato"/>
              <a:ea typeface="Lato"/>
              <a:cs typeface="Lato"/>
              <a:sym typeface="Lato"/>
            </a:endParaRPr>
          </a:p>
          <a:p>
            <a:pPr marL="133350" lvl="0" algn="l" rtl="0">
              <a:lnSpc>
                <a:spcPct val="115000"/>
              </a:lnSpc>
              <a:spcBef>
                <a:spcPts val="0"/>
              </a:spcBef>
              <a:spcAft>
                <a:spcPts val="0"/>
              </a:spcAft>
              <a:buSzPts val="1500"/>
            </a:pPr>
            <a:r>
              <a:rPr lang="en-US" sz="1200" dirty="0">
                <a:solidFill>
                  <a:schemeClr val="accent1"/>
                </a:solidFill>
                <a:latin typeface="Lato"/>
                <a:ea typeface="Lato"/>
                <a:cs typeface="Lato"/>
                <a:sym typeface="Lato"/>
              </a:rPr>
              <a:t>Then draw another line orthogonal to the first line that again captures most of the variance in the data</a:t>
            </a:r>
          </a:p>
          <a:p>
            <a:pPr marL="133350" lvl="0" algn="l" rtl="0">
              <a:lnSpc>
                <a:spcPct val="115000"/>
              </a:lnSpc>
              <a:spcBef>
                <a:spcPts val="0"/>
              </a:spcBef>
              <a:spcAft>
                <a:spcPts val="0"/>
              </a:spcAft>
              <a:buSzPts val="1500"/>
            </a:pPr>
            <a:endParaRPr lang="en-US" sz="1200" dirty="0">
              <a:solidFill>
                <a:schemeClr val="accent1"/>
              </a:solidFill>
              <a:latin typeface="Lato"/>
              <a:ea typeface="Lato"/>
              <a:cs typeface="Lato"/>
              <a:sym typeface="Lato"/>
            </a:endParaRPr>
          </a:p>
          <a:p>
            <a:pPr marL="133350" lvl="0" algn="l" rtl="0">
              <a:lnSpc>
                <a:spcPct val="115000"/>
              </a:lnSpc>
              <a:spcBef>
                <a:spcPts val="0"/>
              </a:spcBef>
              <a:spcAft>
                <a:spcPts val="0"/>
              </a:spcAft>
              <a:buSzPts val="1500"/>
            </a:pPr>
            <a:r>
              <a:rPr lang="en-US" sz="1200" dirty="0">
                <a:solidFill>
                  <a:schemeClr val="accent1"/>
                </a:solidFill>
                <a:latin typeface="Lato"/>
                <a:ea typeface="Lato"/>
                <a:cs typeface="Lato"/>
                <a:sym typeface="Lato"/>
              </a:rPr>
              <a:t>The two lines form a new 2D plane which is used as the new converted dataset</a:t>
            </a:r>
            <a:endParaRPr sz="1200" dirty="0">
              <a:solidFill>
                <a:schemeClr val="accent1"/>
              </a:solidFill>
              <a:latin typeface="Lato"/>
              <a:ea typeface="Lato"/>
              <a:cs typeface="Lato"/>
              <a:sym typeface="Lato"/>
            </a:endParaRPr>
          </a:p>
        </p:txBody>
      </p:sp>
      <p:pic>
        <p:nvPicPr>
          <p:cNvPr id="7" name="Picture 6">
            <a:extLst>
              <a:ext uri="{FF2B5EF4-FFF2-40B4-BE49-F238E27FC236}">
                <a16:creationId xmlns:a16="http://schemas.microsoft.com/office/drawing/2014/main" id="{61879FB8-BEDD-84D7-E0F9-CAE809F86761}"/>
              </a:ext>
            </a:extLst>
          </p:cNvPr>
          <p:cNvPicPr>
            <a:picLocks noChangeAspect="1"/>
          </p:cNvPicPr>
          <p:nvPr/>
        </p:nvPicPr>
        <p:blipFill>
          <a:blip r:embed="rId3"/>
          <a:stretch>
            <a:fillRect/>
          </a:stretch>
        </p:blipFill>
        <p:spPr>
          <a:xfrm>
            <a:off x="951766" y="1416062"/>
            <a:ext cx="7783011" cy="4982270"/>
          </a:xfrm>
          <a:prstGeom prst="rect">
            <a:avLst/>
          </a:prstGeom>
        </p:spPr>
      </p:pic>
    </p:spTree>
    <p:extLst>
      <p:ext uri="{BB962C8B-B14F-4D97-AF65-F5344CB8AC3E}">
        <p14:creationId xmlns:p14="http://schemas.microsoft.com/office/powerpoint/2010/main" val="1953636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5074125E-494D-7CA3-BA49-F991DF7B9124}"/>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4E3E9EB6-471B-887A-9CEC-3536314A648F}"/>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PCA in action</a:t>
            </a:r>
          </a:p>
        </p:txBody>
      </p:sp>
      <p:sp>
        <p:nvSpPr>
          <p:cNvPr id="2" name="Footer Placeholder 5">
            <a:extLst>
              <a:ext uri="{FF2B5EF4-FFF2-40B4-BE49-F238E27FC236}">
                <a16:creationId xmlns:a16="http://schemas.microsoft.com/office/drawing/2014/main" id="{A44D3A45-D2D6-DA2B-3096-1340A53DEF83}"/>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24F7073D-D5A2-D971-6187-0AA72FF89703}"/>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26</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pic>
        <p:nvPicPr>
          <p:cNvPr id="7" name="Picture 6">
            <a:extLst>
              <a:ext uri="{FF2B5EF4-FFF2-40B4-BE49-F238E27FC236}">
                <a16:creationId xmlns:a16="http://schemas.microsoft.com/office/drawing/2014/main" id="{D6922E51-B26D-F4D3-99A4-234DAE553A78}"/>
              </a:ext>
            </a:extLst>
          </p:cNvPr>
          <p:cNvPicPr>
            <a:picLocks noChangeAspect="1"/>
          </p:cNvPicPr>
          <p:nvPr/>
        </p:nvPicPr>
        <p:blipFill>
          <a:blip r:embed="rId3"/>
          <a:stretch>
            <a:fillRect/>
          </a:stretch>
        </p:blipFill>
        <p:spPr>
          <a:xfrm>
            <a:off x="1867311" y="3141538"/>
            <a:ext cx="8457378" cy="2523744"/>
          </a:xfrm>
          <a:prstGeom prst="rect">
            <a:avLst/>
          </a:prstGeom>
        </p:spPr>
      </p:pic>
      <p:sp>
        <p:nvSpPr>
          <p:cNvPr id="8" name="Google Shape;310;g3254e8c8a3a_0_14">
            <a:extLst>
              <a:ext uri="{FF2B5EF4-FFF2-40B4-BE49-F238E27FC236}">
                <a16:creationId xmlns:a16="http://schemas.microsoft.com/office/drawing/2014/main" id="{3288AE3A-8D9E-1E7A-7787-D00B152D7AD8}"/>
              </a:ext>
            </a:extLst>
          </p:cNvPr>
          <p:cNvSpPr txBox="1"/>
          <p:nvPr/>
        </p:nvSpPr>
        <p:spPr>
          <a:xfrm>
            <a:off x="1725168" y="1718655"/>
            <a:ext cx="8457377" cy="1257750"/>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dirty="0">
                <a:latin typeface="Lato"/>
                <a:ea typeface="Lato"/>
                <a:cs typeface="Lato"/>
                <a:sym typeface="Lato"/>
              </a:rPr>
              <a:t>Dataset containing sensors values from sensors in a plane engine. There are a total of 14 sensors that are sending values every second. The goal is to be able to predict engine failure based on these sensor values.</a:t>
            </a:r>
          </a:p>
          <a:p>
            <a:pPr marL="127000" lvl="0" algn="l" rtl="0">
              <a:lnSpc>
                <a:spcPct val="115000"/>
              </a:lnSpc>
              <a:spcBef>
                <a:spcPts val="1700"/>
              </a:spcBef>
              <a:spcAft>
                <a:spcPts val="0"/>
              </a:spcAft>
              <a:buSzPts val="1600"/>
            </a:pPr>
            <a:r>
              <a:rPr lang="en-US" sz="1200" dirty="0">
                <a:latin typeface="Lato"/>
                <a:ea typeface="Lato"/>
                <a:cs typeface="Lato"/>
                <a:sym typeface="Lato"/>
              </a:rPr>
              <a:t>The hard part: </a:t>
            </a:r>
            <a:r>
              <a:rPr lang="en-US" sz="1200" b="1" dirty="0">
                <a:latin typeface="Lato"/>
                <a:ea typeface="Lato"/>
                <a:cs typeface="Lato"/>
                <a:sym typeface="Lato"/>
              </a:rPr>
              <a:t>there are no labels!</a:t>
            </a:r>
          </a:p>
        </p:txBody>
      </p:sp>
    </p:spTree>
    <p:extLst>
      <p:ext uri="{BB962C8B-B14F-4D97-AF65-F5344CB8AC3E}">
        <p14:creationId xmlns:p14="http://schemas.microsoft.com/office/powerpoint/2010/main" val="1116675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42A19DFC-89E6-F8F8-256C-9B2565E1FBB3}"/>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ABCF1D73-5D98-4852-DEE1-B09FD56171CF}"/>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We start with EDA &amp; visualizations (</a:t>
            </a:r>
            <a:r>
              <a:rPr lang="en-US" dirty="0" err="1"/>
              <a:t>ofcourse</a:t>
            </a:r>
            <a:r>
              <a:rPr lang="en-US" dirty="0"/>
              <a:t>)</a:t>
            </a:r>
          </a:p>
        </p:txBody>
      </p:sp>
      <p:sp>
        <p:nvSpPr>
          <p:cNvPr id="2" name="Footer Placeholder 5">
            <a:extLst>
              <a:ext uri="{FF2B5EF4-FFF2-40B4-BE49-F238E27FC236}">
                <a16:creationId xmlns:a16="http://schemas.microsoft.com/office/drawing/2014/main" id="{B9F02C63-2F13-E9C6-BB88-218786A83AA8}"/>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D4D390FF-6AD7-8928-88A1-7690B9B9EF68}"/>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27</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8" name="Google Shape;310;g3254e8c8a3a_0_14">
            <a:extLst>
              <a:ext uri="{FF2B5EF4-FFF2-40B4-BE49-F238E27FC236}">
                <a16:creationId xmlns:a16="http://schemas.microsoft.com/office/drawing/2014/main" id="{44B5E5B1-E462-D5F6-E8E2-5D8E4DCF9C28}"/>
              </a:ext>
            </a:extLst>
          </p:cNvPr>
          <p:cNvSpPr txBox="1"/>
          <p:nvPr/>
        </p:nvSpPr>
        <p:spPr>
          <a:xfrm>
            <a:off x="8860536" y="1821228"/>
            <a:ext cx="2218121" cy="1464473"/>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dirty="0">
                <a:latin typeface="Lato"/>
                <a:ea typeface="Lato"/>
                <a:cs typeface="Lato"/>
                <a:sym typeface="Lato"/>
              </a:rPr>
              <a:t>Nice to see general view of the data and does give some insights – but can you really predict anything with this?</a:t>
            </a:r>
            <a:endParaRPr sz="1200" dirty="0">
              <a:latin typeface="Lato"/>
              <a:ea typeface="Lato"/>
              <a:cs typeface="Lato"/>
              <a:sym typeface="Lato"/>
            </a:endParaRPr>
          </a:p>
        </p:txBody>
      </p:sp>
      <p:pic>
        <p:nvPicPr>
          <p:cNvPr id="5" name="Picture 4">
            <a:extLst>
              <a:ext uri="{FF2B5EF4-FFF2-40B4-BE49-F238E27FC236}">
                <a16:creationId xmlns:a16="http://schemas.microsoft.com/office/drawing/2014/main" id="{CDFB984A-BB91-C525-4507-137114805FB4}"/>
              </a:ext>
            </a:extLst>
          </p:cNvPr>
          <p:cNvPicPr>
            <a:picLocks noChangeAspect="1"/>
          </p:cNvPicPr>
          <p:nvPr/>
        </p:nvPicPr>
        <p:blipFill>
          <a:blip r:embed="rId3"/>
          <a:stretch>
            <a:fillRect/>
          </a:stretch>
        </p:blipFill>
        <p:spPr>
          <a:xfrm>
            <a:off x="984184" y="1821228"/>
            <a:ext cx="7538024" cy="3962112"/>
          </a:xfrm>
          <a:prstGeom prst="rect">
            <a:avLst/>
          </a:prstGeom>
        </p:spPr>
      </p:pic>
    </p:spTree>
    <p:extLst>
      <p:ext uri="{BB962C8B-B14F-4D97-AF65-F5344CB8AC3E}">
        <p14:creationId xmlns:p14="http://schemas.microsoft.com/office/powerpoint/2010/main" val="1383849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461B1A30-B0D7-5C4E-3FB5-2F68B2C808D3}"/>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7747E80E-929E-14A4-5840-3981A4EC43D7}"/>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We start with EDA &amp; visualizations (</a:t>
            </a:r>
            <a:r>
              <a:rPr lang="en-US" dirty="0" err="1"/>
              <a:t>ofcourse</a:t>
            </a:r>
            <a:r>
              <a:rPr lang="en-US" dirty="0"/>
              <a:t>)</a:t>
            </a:r>
          </a:p>
        </p:txBody>
      </p:sp>
      <p:sp>
        <p:nvSpPr>
          <p:cNvPr id="2" name="Footer Placeholder 5">
            <a:extLst>
              <a:ext uri="{FF2B5EF4-FFF2-40B4-BE49-F238E27FC236}">
                <a16:creationId xmlns:a16="http://schemas.microsoft.com/office/drawing/2014/main" id="{766FD468-506E-EE28-1B44-79C540D10A24}"/>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DB9EDE68-0C4E-B6EB-A0B2-F2BD98585493}"/>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28</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8" name="Google Shape;310;g3254e8c8a3a_0_14">
            <a:extLst>
              <a:ext uri="{FF2B5EF4-FFF2-40B4-BE49-F238E27FC236}">
                <a16:creationId xmlns:a16="http://schemas.microsoft.com/office/drawing/2014/main" id="{714D80B7-1ACD-369C-AD2E-F693EB32D351}"/>
              </a:ext>
            </a:extLst>
          </p:cNvPr>
          <p:cNvSpPr txBox="1"/>
          <p:nvPr/>
        </p:nvSpPr>
        <p:spPr>
          <a:xfrm>
            <a:off x="8860536" y="1821228"/>
            <a:ext cx="2218121" cy="1464473"/>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dirty="0">
                <a:latin typeface="Lato"/>
                <a:ea typeface="Lato"/>
                <a:cs typeface="Lato"/>
                <a:sym typeface="Lato"/>
              </a:rPr>
              <a:t>Nice to see general view of the data and does give some insights – but can you really predict anything with this?</a:t>
            </a:r>
            <a:endParaRPr sz="1200" dirty="0">
              <a:latin typeface="Lato"/>
              <a:ea typeface="Lato"/>
              <a:cs typeface="Lato"/>
              <a:sym typeface="Lato"/>
            </a:endParaRPr>
          </a:p>
        </p:txBody>
      </p:sp>
      <p:pic>
        <p:nvPicPr>
          <p:cNvPr id="5" name="Picture 4">
            <a:extLst>
              <a:ext uri="{FF2B5EF4-FFF2-40B4-BE49-F238E27FC236}">
                <a16:creationId xmlns:a16="http://schemas.microsoft.com/office/drawing/2014/main" id="{473253AA-9617-1452-8254-AAED6FFC3143}"/>
              </a:ext>
            </a:extLst>
          </p:cNvPr>
          <p:cNvPicPr>
            <a:picLocks noChangeAspect="1"/>
          </p:cNvPicPr>
          <p:nvPr/>
        </p:nvPicPr>
        <p:blipFill>
          <a:blip r:embed="rId3"/>
          <a:stretch>
            <a:fillRect/>
          </a:stretch>
        </p:blipFill>
        <p:spPr>
          <a:xfrm>
            <a:off x="984184" y="1821228"/>
            <a:ext cx="7538024" cy="3962112"/>
          </a:xfrm>
          <a:prstGeom prst="rect">
            <a:avLst/>
          </a:prstGeom>
        </p:spPr>
      </p:pic>
    </p:spTree>
    <p:extLst>
      <p:ext uri="{BB962C8B-B14F-4D97-AF65-F5344CB8AC3E}">
        <p14:creationId xmlns:p14="http://schemas.microsoft.com/office/powerpoint/2010/main" val="398915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EA137F9D-0869-2C82-8DCA-303384BA9D46}"/>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8F39FC27-F443-7A8E-15BD-8D311A510F1F}"/>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We can use control charts</a:t>
            </a:r>
          </a:p>
        </p:txBody>
      </p:sp>
      <p:sp>
        <p:nvSpPr>
          <p:cNvPr id="2" name="Footer Placeholder 5">
            <a:extLst>
              <a:ext uri="{FF2B5EF4-FFF2-40B4-BE49-F238E27FC236}">
                <a16:creationId xmlns:a16="http://schemas.microsoft.com/office/drawing/2014/main" id="{8550933C-3198-5DD7-DBFC-0F683AE4E037}"/>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064B0693-2811-586F-73B5-D16F973CD436}"/>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29</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8" name="Google Shape;310;g3254e8c8a3a_0_14">
            <a:extLst>
              <a:ext uri="{FF2B5EF4-FFF2-40B4-BE49-F238E27FC236}">
                <a16:creationId xmlns:a16="http://schemas.microsoft.com/office/drawing/2014/main" id="{85E41856-6132-49BA-ACB8-3B1B0E2D9CFF}"/>
              </a:ext>
            </a:extLst>
          </p:cNvPr>
          <p:cNvSpPr txBox="1"/>
          <p:nvPr/>
        </p:nvSpPr>
        <p:spPr>
          <a:xfrm>
            <a:off x="7068312" y="1846273"/>
            <a:ext cx="2218121" cy="3605059"/>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dirty="0">
                <a:latin typeface="Lato"/>
                <a:ea typeface="Lato"/>
                <a:cs typeface="Lato"/>
                <a:sym typeface="Lato"/>
              </a:rPr>
              <a:t>Old school method but works very well if you have small datasets.</a:t>
            </a:r>
          </a:p>
          <a:p>
            <a:pPr marL="127000" lvl="0" algn="l" rtl="0">
              <a:lnSpc>
                <a:spcPct val="115000"/>
              </a:lnSpc>
              <a:spcBef>
                <a:spcPts val="1700"/>
              </a:spcBef>
              <a:spcAft>
                <a:spcPts val="0"/>
              </a:spcAft>
              <a:buSzPts val="1600"/>
            </a:pPr>
            <a:r>
              <a:rPr lang="en-US" sz="1200" dirty="0">
                <a:latin typeface="Lato"/>
                <a:ea typeface="Lato"/>
                <a:cs typeface="Lato"/>
                <a:sym typeface="Lato"/>
              </a:rPr>
              <a:t>Concept is simple:</a:t>
            </a:r>
          </a:p>
          <a:p>
            <a:pPr marL="355600" lvl="0" indent="-228600" algn="l" rtl="0">
              <a:lnSpc>
                <a:spcPct val="115000"/>
              </a:lnSpc>
              <a:spcBef>
                <a:spcPts val="1700"/>
              </a:spcBef>
              <a:spcAft>
                <a:spcPts val="0"/>
              </a:spcAft>
              <a:buSzPts val="1600"/>
              <a:buAutoNum type="arabicPeriod"/>
            </a:pPr>
            <a:r>
              <a:rPr lang="en-US" sz="1200" dirty="0">
                <a:latin typeface="Lato"/>
                <a:ea typeface="Lato"/>
                <a:cs typeface="Lato"/>
                <a:sym typeface="Lato"/>
              </a:rPr>
              <a:t>Find a control level, i.e. what are the most common values of the data</a:t>
            </a:r>
          </a:p>
          <a:p>
            <a:pPr marL="355600" lvl="0" indent="-228600" algn="l" rtl="0">
              <a:lnSpc>
                <a:spcPct val="115000"/>
              </a:lnSpc>
              <a:spcBef>
                <a:spcPts val="1700"/>
              </a:spcBef>
              <a:spcAft>
                <a:spcPts val="0"/>
              </a:spcAft>
              <a:buSzPts val="1600"/>
              <a:buAutoNum type="arabicPeriod"/>
            </a:pPr>
            <a:r>
              <a:rPr lang="en-US" sz="1200" dirty="0">
                <a:latin typeface="Lato"/>
                <a:ea typeface="Lato"/>
                <a:cs typeface="Lato"/>
                <a:sym typeface="Lato"/>
              </a:rPr>
              <a:t>Anything below or under this means that something is potentially wrong</a:t>
            </a:r>
          </a:p>
        </p:txBody>
      </p:sp>
      <p:pic>
        <p:nvPicPr>
          <p:cNvPr id="6" name="Picture 5">
            <a:extLst>
              <a:ext uri="{FF2B5EF4-FFF2-40B4-BE49-F238E27FC236}">
                <a16:creationId xmlns:a16="http://schemas.microsoft.com/office/drawing/2014/main" id="{7830A8CB-8B8B-D297-EE44-6F2F5CC59C2A}"/>
              </a:ext>
            </a:extLst>
          </p:cNvPr>
          <p:cNvPicPr>
            <a:picLocks noChangeAspect="1"/>
          </p:cNvPicPr>
          <p:nvPr/>
        </p:nvPicPr>
        <p:blipFill>
          <a:blip r:embed="rId3"/>
          <a:stretch>
            <a:fillRect/>
          </a:stretch>
        </p:blipFill>
        <p:spPr>
          <a:xfrm>
            <a:off x="1511685" y="1690825"/>
            <a:ext cx="5044563" cy="4262709"/>
          </a:xfrm>
          <a:prstGeom prst="rect">
            <a:avLst/>
          </a:prstGeom>
        </p:spPr>
      </p:pic>
      <p:sp>
        <p:nvSpPr>
          <p:cNvPr id="7" name="Google Shape;310;g3254e8c8a3a_0_14">
            <a:extLst>
              <a:ext uri="{FF2B5EF4-FFF2-40B4-BE49-F238E27FC236}">
                <a16:creationId xmlns:a16="http://schemas.microsoft.com/office/drawing/2014/main" id="{32FC4781-F620-FE58-7B1F-652EF295CA95}"/>
              </a:ext>
            </a:extLst>
          </p:cNvPr>
          <p:cNvSpPr txBox="1"/>
          <p:nvPr/>
        </p:nvSpPr>
        <p:spPr>
          <a:xfrm>
            <a:off x="9571254" y="2802946"/>
            <a:ext cx="2218121" cy="1252107"/>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b="1" dirty="0">
                <a:latin typeface="Lato"/>
                <a:ea typeface="Lato"/>
                <a:cs typeface="Lato"/>
                <a:sym typeface="Lato"/>
              </a:rPr>
              <a:t>What do you think could be challenges with this method, particular to our dataset?</a:t>
            </a:r>
          </a:p>
        </p:txBody>
      </p:sp>
    </p:spTree>
    <p:extLst>
      <p:ext uri="{BB962C8B-B14F-4D97-AF65-F5344CB8AC3E}">
        <p14:creationId xmlns:p14="http://schemas.microsoft.com/office/powerpoint/2010/main" val="3074774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B4A1EBAE-9F53-A837-951D-F192FB542753}"/>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57441EC6-EEC7-84E3-D548-6D53E4653CAA}"/>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This is where we can apply PCA</a:t>
            </a:r>
          </a:p>
        </p:txBody>
      </p:sp>
      <p:sp>
        <p:nvSpPr>
          <p:cNvPr id="2" name="Footer Placeholder 5">
            <a:extLst>
              <a:ext uri="{FF2B5EF4-FFF2-40B4-BE49-F238E27FC236}">
                <a16:creationId xmlns:a16="http://schemas.microsoft.com/office/drawing/2014/main" id="{352525BC-87DF-DB3A-741C-D03217CA2040}"/>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FFFF88F6-3E85-D296-180D-285F388B7E21}"/>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30</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8" name="Google Shape;310;g3254e8c8a3a_0_14">
            <a:extLst>
              <a:ext uri="{FF2B5EF4-FFF2-40B4-BE49-F238E27FC236}">
                <a16:creationId xmlns:a16="http://schemas.microsoft.com/office/drawing/2014/main" id="{7C70D5C7-CEA8-48B7-B286-A4A146DAAAE1}"/>
              </a:ext>
            </a:extLst>
          </p:cNvPr>
          <p:cNvSpPr txBox="1"/>
          <p:nvPr/>
        </p:nvSpPr>
        <p:spPr>
          <a:xfrm>
            <a:off x="7735824" y="1846273"/>
            <a:ext cx="2218121" cy="2749953"/>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dirty="0">
                <a:latin typeface="Lato"/>
                <a:ea typeface="Lato"/>
                <a:cs typeface="Lato"/>
                <a:sym typeface="Lato"/>
              </a:rPr>
              <a:t>After applying PCA, we can check how much of our variance is explained by each principal component.</a:t>
            </a:r>
          </a:p>
          <a:p>
            <a:pPr marL="127000" lvl="0" algn="l" rtl="0">
              <a:lnSpc>
                <a:spcPct val="115000"/>
              </a:lnSpc>
              <a:spcBef>
                <a:spcPts val="1700"/>
              </a:spcBef>
              <a:spcAft>
                <a:spcPts val="0"/>
              </a:spcAft>
              <a:buSzPts val="1600"/>
            </a:pPr>
            <a:r>
              <a:rPr lang="en-US" sz="1200" dirty="0">
                <a:latin typeface="Lato"/>
                <a:ea typeface="Lato"/>
                <a:cs typeface="Lato"/>
                <a:sym typeface="Lato"/>
              </a:rPr>
              <a:t>More than 75% is explained with just one component instead of the 14 variables.</a:t>
            </a:r>
          </a:p>
          <a:p>
            <a:pPr marL="127000" lvl="0" algn="l" rtl="0">
              <a:lnSpc>
                <a:spcPct val="115000"/>
              </a:lnSpc>
              <a:spcBef>
                <a:spcPts val="1700"/>
              </a:spcBef>
              <a:spcAft>
                <a:spcPts val="0"/>
              </a:spcAft>
              <a:buSzPts val="1600"/>
            </a:pPr>
            <a:r>
              <a:rPr lang="en-US" sz="1200" dirty="0">
                <a:latin typeface="Lato"/>
                <a:ea typeface="Lato"/>
                <a:cs typeface="Lato"/>
                <a:sym typeface="Lato"/>
              </a:rPr>
              <a:t>More than 80% explained by 4 components.</a:t>
            </a:r>
          </a:p>
        </p:txBody>
      </p:sp>
      <p:pic>
        <p:nvPicPr>
          <p:cNvPr id="5" name="Picture 4">
            <a:extLst>
              <a:ext uri="{FF2B5EF4-FFF2-40B4-BE49-F238E27FC236}">
                <a16:creationId xmlns:a16="http://schemas.microsoft.com/office/drawing/2014/main" id="{F91D4EF9-1259-366A-1F3E-F4ABAD85EEFD}"/>
              </a:ext>
            </a:extLst>
          </p:cNvPr>
          <p:cNvPicPr>
            <a:picLocks noChangeAspect="1"/>
          </p:cNvPicPr>
          <p:nvPr/>
        </p:nvPicPr>
        <p:blipFill>
          <a:blip r:embed="rId3"/>
          <a:stretch>
            <a:fillRect/>
          </a:stretch>
        </p:blipFill>
        <p:spPr>
          <a:xfrm>
            <a:off x="1505712" y="1690825"/>
            <a:ext cx="5425440" cy="4351095"/>
          </a:xfrm>
          <a:prstGeom prst="rect">
            <a:avLst/>
          </a:prstGeom>
        </p:spPr>
      </p:pic>
    </p:spTree>
    <p:extLst>
      <p:ext uri="{BB962C8B-B14F-4D97-AF65-F5344CB8AC3E}">
        <p14:creationId xmlns:p14="http://schemas.microsoft.com/office/powerpoint/2010/main" val="4094111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9C6F6DDD-745E-3A23-DD55-7F0CD3E5C810}"/>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5D890189-AEDA-8758-EC1B-A0B1B3C79949}"/>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This is where we can apply PCA</a:t>
            </a:r>
          </a:p>
        </p:txBody>
      </p:sp>
      <p:sp>
        <p:nvSpPr>
          <p:cNvPr id="2" name="Footer Placeholder 5">
            <a:extLst>
              <a:ext uri="{FF2B5EF4-FFF2-40B4-BE49-F238E27FC236}">
                <a16:creationId xmlns:a16="http://schemas.microsoft.com/office/drawing/2014/main" id="{35A14C57-AFD3-EE35-D96C-EE8504DB7117}"/>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C45BBB85-DA88-52F7-138E-A4377E3F2F85}"/>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31</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8" name="Google Shape;310;g3254e8c8a3a_0_14">
            <a:extLst>
              <a:ext uri="{FF2B5EF4-FFF2-40B4-BE49-F238E27FC236}">
                <a16:creationId xmlns:a16="http://schemas.microsoft.com/office/drawing/2014/main" id="{F41DFF9F-E5C9-97D0-DF44-776B0E2BDECC}"/>
              </a:ext>
            </a:extLst>
          </p:cNvPr>
          <p:cNvSpPr txBox="1"/>
          <p:nvPr/>
        </p:nvSpPr>
        <p:spPr>
          <a:xfrm>
            <a:off x="838200" y="1277137"/>
            <a:ext cx="5124864" cy="827376"/>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dirty="0">
                <a:latin typeface="Lato"/>
                <a:ea typeface="Lato"/>
                <a:cs typeface="Lato"/>
                <a:sym typeface="Lato"/>
              </a:rPr>
              <a:t>After plotting principal components (3 components were selected), the graph gives valuable insights</a:t>
            </a:r>
          </a:p>
        </p:txBody>
      </p:sp>
      <p:pic>
        <p:nvPicPr>
          <p:cNvPr id="6" name="Picture 5">
            <a:extLst>
              <a:ext uri="{FF2B5EF4-FFF2-40B4-BE49-F238E27FC236}">
                <a16:creationId xmlns:a16="http://schemas.microsoft.com/office/drawing/2014/main" id="{D491B866-099B-563E-2E57-CF5FE019CAF3}"/>
              </a:ext>
            </a:extLst>
          </p:cNvPr>
          <p:cNvPicPr>
            <a:picLocks noChangeAspect="1"/>
          </p:cNvPicPr>
          <p:nvPr/>
        </p:nvPicPr>
        <p:blipFill>
          <a:blip r:embed="rId3"/>
          <a:stretch>
            <a:fillRect/>
          </a:stretch>
        </p:blipFill>
        <p:spPr>
          <a:xfrm>
            <a:off x="1028232" y="2166935"/>
            <a:ext cx="4934832" cy="3668580"/>
          </a:xfrm>
          <a:prstGeom prst="rect">
            <a:avLst/>
          </a:prstGeom>
        </p:spPr>
      </p:pic>
      <p:pic>
        <p:nvPicPr>
          <p:cNvPr id="9" name="Picture 8">
            <a:extLst>
              <a:ext uri="{FF2B5EF4-FFF2-40B4-BE49-F238E27FC236}">
                <a16:creationId xmlns:a16="http://schemas.microsoft.com/office/drawing/2014/main" id="{96D8A135-922D-8487-7E13-8950D5544EA4}"/>
              </a:ext>
            </a:extLst>
          </p:cNvPr>
          <p:cNvPicPr>
            <a:picLocks noChangeAspect="1"/>
          </p:cNvPicPr>
          <p:nvPr/>
        </p:nvPicPr>
        <p:blipFill>
          <a:blip r:embed="rId4"/>
          <a:stretch>
            <a:fillRect/>
          </a:stretch>
        </p:blipFill>
        <p:spPr>
          <a:xfrm>
            <a:off x="6894576" y="2166935"/>
            <a:ext cx="4552188" cy="3541550"/>
          </a:xfrm>
          <a:prstGeom prst="rect">
            <a:avLst/>
          </a:prstGeom>
        </p:spPr>
      </p:pic>
      <p:sp>
        <p:nvSpPr>
          <p:cNvPr id="10" name="Google Shape;310;g3254e8c8a3a_0_14">
            <a:extLst>
              <a:ext uri="{FF2B5EF4-FFF2-40B4-BE49-F238E27FC236}">
                <a16:creationId xmlns:a16="http://schemas.microsoft.com/office/drawing/2014/main" id="{1F422CF6-0ED6-C545-E770-E2A876F4266D}"/>
              </a:ext>
            </a:extLst>
          </p:cNvPr>
          <p:cNvSpPr txBox="1"/>
          <p:nvPr/>
        </p:nvSpPr>
        <p:spPr>
          <a:xfrm>
            <a:off x="6699678" y="1277137"/>
            <a:ext cx="4428570" cy="827376"/>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dirty="0">
                <a:latin typeface="Lato"/>
                <a:ea typeface="Lato"/>
                <a:cs typeface="Lato"/>
                <a:sym typeface="Lato"/>
              </a:rPr>
              <a:t>We can validate our theory by visualizing the data points based on time</a:t>
            </a:r>
          </a:p>
        </p:txBody>
      </p:sp>
    </p:spTree>
    <p:extLst>
      <p:ext uri="{BB962C8B-B14F-4D97-AF65-F5344CB8AC3E}">
        <p14:creationId xmlns:p14="http://schemas.microsoft.com/office/powerpoint/2010/main" val="271828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C5872D6A-B5B5-B2C6-958F-DAD936577E5D}"/>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FCC21582-E6FF-F9C1-1D6B-F8657F2AE481}"/>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In the end, we can create something like this</a:t>
            </a:r>
          </a:p>
        </p:txBody>
      </p:sp>
      <p:sp>
        <p:nvSpPr>
          <p:cNvPr id="2" name="Footer Placeholder 5">
            <a:extLst>
              <a:ext uri="{FF2B5EF4-FFF2-40B4-BE49-F238E27FC236}">
                <a16:creationId xmlns:a16="http://schemas.microsoft.com/office/drawing/2014/main" id="{80F6925F-2D79-BFA0-B633-5375EDBCED82}"/>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B54C8B04-8D32-7AAD-C187-0A611C6493D5}"/>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32</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8" name="Google Shape;310;g3254e8c8a3a_0_14">
            <a:extLst>
              <a:ext uri="{FF2B5EF4-FFF2-40B4-BE49-F238E27FC236}">
                <a16:creationId xmlns:a16="http://schemas.microsoft.com/office/drawing/2014/main" id="{9C72B268-6E5B-FF4E-3AC3-8B4EEEB35F4A}"/>
              </a:ext>
            </a:extLst>
          </p:cNvPr>
          <p:cNvSpPr txBox="1"/>
          <p:nvPr/>
        </p:nvSpPr>
        <p:spPr>
          <a:xfrm>
            <a:off x="7482078" y="1690825"/>
            <a:ext cx="2218121" cy="2531945"/>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700"/>
              </a:spcBef>
              <a:spcAft>
                <a:spcPts val="0"/>
              </a:spcAft>
              <a:buSzPts val="1600"/>
            </a:pPr>
            <a:r>
              <a:rPr lang="en-US" sz="1200" dirty="0">
                <a:latin typeface="Lato"/>
                <a:ea typeface="Lato"/>
                <a:cs typeface="Lato"/>
                <a:sym typeface="Lato"/>
              </a:rPr>
              <a:t>Once we have this model, once new sensor values come in, we can get its principal components and put it in this plot.</a:t>
            </a:r>
          </a:p>
          <a:p>
            <a:pPr marL="127000" lvl="0" algn="l" rtl="0">
              <a:lnSpc>
                <a:spcPct val="115000"/>
              </a:lnSpc>
              <a:spcBef>
                <a:spcPts val="1700"/>
              </a:spcBef>
              <a:spcAft>
                <a:spcPts val="0"/>
              </a:spcAft>
              <a:buSzPts val="1600"/>
            </a:pPr>
            <a:r>
              <a:rPr lang="en-US" sz="1200" dirty="0">
                <a:latin typeface="Lato"/>
                <a:ea typeface="Lato"/>
                <a:cs typeface="Lato"/>
                <a:sym typeface="Lato"/>
              </a:rPr>
              <a:t>Based on where the point(s) fall in this plot, we can decide if there is risk of engine failure</a:t>
            </a:r>
          </a:p>
        </p:txBody>
      </p:sp>
      <p:pic>
        <p:nvPicPr>
          <p:cNvPr id="4" name="Google Shape;328;g32661e6fe8e_0_24">
            <a:extLst>
              <a:ext uri="{FF2B5EF4-FFF2-40B4-BE49-F238E27FC236}">
                <a16:creationId xmlns:a16="http://schemas.microsoft.com/office/drawing/2014/main" id="{31136111-ACFC-C7E4-AD01-43D20729EB77}"/>
              </a:ext>
            </a:extLst>
          </p:cNvPr>
          <p:cNvPicPr preferRelativeResize="0"/>
          <p:nvPr/>
        </p:nvPicPr>
        <p:blipFill>
          <a:blip r:embed="rId3">
            <a:alphaModFix/>
          </a:blip>
          <a:stretch>
            <a:fillRect/>
          </a:stretch>
        </p:blipFill>
        <p:spPr>
          <a:xfrm>
            <a:off x="1800606" y="1690825"/>
            <a:ext cx="5304282" cy="4097327"/>
          </a:xfrm>
          <a:prstGeom prst="rect">
            <a:avLst/>
          </a:prstGeom>
          <a:noFill/>
          <a:ln>
            <a:noFill/>
          </a:ln>
        </p:spPr>
      </p:pic>
    </p:spTree>
    <p:extLst>
      <p:ext uri="{BB962C8B-B14F-4D97-AF65-F5344CB8AC3E}">
        <p14:creationId xmlns:p14="http://schemas.microsoft.com/office/powerpoint/2010/main" val="34857822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BCACB237-F02D-24D8-52CF-5181CBD97A08}"/>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7F0C3D51-0A03-D7B3-7A79-62E6D5F574E8}"/>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Exercise – try to do the same yourself</a:t>
            </a:r>
          </a:p>
        </p:txBody>
      </p:sp>
      <p:sp>
        <p:nvSpPr>
          <p:cNvPr id="2" name="Footer Placeholder 5">
            <a:extLst>
              <a:ext uri="{FF2B5EF4-FFF2-40B4-BE49-F238E27FC236}">
                <a16:creationId xmlns:a16="http://schemas.microsoft.com/office/drawing/2014/main" id="{5B2E15EE-BF56-8927-EF60-CFBAAD19C645}"/>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8C24C79C-49AB-4C05-673A-3B8FED025D89}"/>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33</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pic>
        <p:nvPicPr>
          <p:cNvPr id="6" name="Picture 5">
            <a:extLst>
              <a:ext uri="{FF2B5EF4-FFF2-40B4-BE49-F238E27FC236}">
                <a16:creationId xmlns:a16="http://schemas.microsoft.com/office/drawing/2014/main" id="{A990B1D2-3EC2-7EB8-2FAC-EA000A8E6F7A}"/>
              </a:ext>
            </a:extLst>
          </p:cNvPr>
          <p:cNvPicPr>
            <a:picLocks noChangeAspect="1"/>
          </p:cNvPicPr>
          <p:nvPr/>
        </p:nvPicPr>
        <p:blipFill>
          <a:blip r:embed="rId3"/>
          <a:stretch>
            <a:fillRect/>
          </a:stretch>
        </p:blipFill>
        <p:spPr>
          <a:xfrm>
            <a:off x="1018642" y="2257907"/>
            <a:ext cx="4906060" cy="1743318"/>
          </a:xfrm>
          <a:prstGeom prst="rect">
            <a:avLst/>
          </a:prstGeom>
        </p:spPr>
      </p:pic>
    </p:spTree>
    <p:extLst>
      <p:ext uri="{BB962C8B-B14F-4D97-AF65-F5344CB8AC3E}">
        <p14:creationId xmlns:p14="http://schemas.microsoft.com/office/powerpoint/2010/main" val="3957186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7267DAB-3832-D46D-BA0A-37287AC024D6}"/>
            </a:ext>
          </a:extLst>
        </p:cNvPr>
        <p:cNvGrpSpPr/>
        <p:nvPr/>
      </p:nvGrpSpPr>
      <p:grpSpPr>
        <a:xfrm>
          <a:off x="0" y="0"/>
          <a:ext cx="0" cy="0"/>
          <a:chOff x="0" y="0"/>
          <a:chExt cx="0" cy="0"/>
        </a:xfrm>
      </p:grpSpPr>
      <p:sp>
        <p:nvSpPr>
          <p:cNvPr id="109" name="Google Shape;109;g322db088abc_0_103">
            <a:extLst>
              <a:ext uri="{FF2B5EF4-FFF2-40B4-BE49-F238E27FC236}">
                <a16:creationId xmlns:a16="http://schemas.microsoft.com/office/drawing/2014/main" id="{63C1EA3B-5A5B-643A-3E2F-4EFC19F1CE13}"/>
              </a:ext>
            </a:extLst>
          </p:cNvPr>
          <p:cNvSpPr txBox="1">
            <a:spLocks noGrp="1"/>
          </p:cNvSpPr>
          <p:nvPr>
            <p:ph type="title"/>
          </p:nvPr>
        </p:nvSpPr>
        <p:spPr>
          <a:xfrm>
            <a:off x="972600" y="1758200"/>
            <a:ext cx="10251600" cy="7137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500"/>
              <a:buNone/>
            </a:pPr>
            <a:r>
              <a:rPr lang="en-US" sz="3700"/>
              <a:t>Contents</a:t>
            </a:r>
            <a:endParaRPr sz="3700"/>
          </a:p>
        </p:txBody>
      </p:sp>
      <p:sp>
        <p:nvSpPr>
          <p:cNvPr id="110" name="Google Shape;110;g322db088abc_0_103">
            <a:extLst>
              <a:ext uri="{FF2B5EF4-FFF2-40B4-BE49-F238E27FC236}">
                <a16:creationId xmlns:a16="http://schemas.microsoft.com/office/drawing/2014/main" id="{DB65825A-61B9-6C82-0E9A-6264F75D0357}"/>
              </a:ext>
            </a:extLst>
          </p:cNvPr>
          <p:cNvSpPr txBox="1">
            <a:spLocks noGrp="1"/>
          </p:cNvSpPr>
          <p:nvPr>
            <p:ph type="body" idx="1"/>
          </p:nvPr>
        </p:nvSpPr>
        <p:spPr>
          <a:xfrm>
            <a:off x="970200" y="2543025"/>
            <a:ext cx="10251600" cy="3768600"/>
          </a:xfrm>
          <a:prstGeom prst="rect">
            <a:avLst/>
          </a:prstGeom>
          <a:noFill/>
          <a:ln>
            <a:noFill/>
          </a:ln>
        </p:spPr>
        <p:txBody>
          <a:bodyPr spcFirstLastPara="1" wrap="square" lIns="121900" tIns="121900" rIns="121900" bIns="121900" anchor="t" anchorCtr="0">
            <a:noAutofit/>
          </a:bodyPr>
          <a:lstStyle/>
          <a:p>
            <a:pPr marL="457200" lvl="0" indent="-311150" algn="l" rtl="0">
              <a:spcBef>
                <a:spcPts val="0"/>
              </a:spcBef>
              <a:spcAft>
                <a:spcPts val="0"/>
              </a:spcAft>
              <a:buSzPts val="1300"/>
              <a:buAutoNum type="arabicPeriod"/>
            </a:pPr>
            <a:r>
              <a:rPr lang="en-US" sz="1300" dirty="0"/>
              <a:t>Background &amp; fundamentals of IoT &amp; sensor data analysis</a:t>
            </a:r>
            <a:endParaRPr sz="1300" dirty="0"/>
          </a:p>
          <a:p>
            <a:pPr marL="914400" lvl="1" indent="-298450" algn="l" rtl="0">
              <a:spcBef>
                <a:spcPts val="0"/>
              </a:spcBef>
              <a:spcAft>
                <a:spcPts val="0"/>
              </a:spcAft>
              <a:buSzPts val="1100"/>
              <a:buAutoNum type="alphaLcPeriod"/>
            </a:pPr>
            <a:r>
              <a:rPr lang="en-US" sz="1100" dirty="0"/>
              <a:t>What is IoT?</a:t>
            </a:r>
            <a:endParaRPr sz="1100" dirty="0"/>
          </a:p>
          <a:p>
            <a:pPr marL="914400" lvl="1" indent="-298450" algn="l" rtl="0">
              <a:spcBef>
                <a:spcPts val="0"/>
              </a:spcBef>
              <a:spcAft>
                <a:spcPts val="0"/>
              </a:spcAft>
              <a:buSzPts val="1100"/>
              <a:buAutoNum type="alphaLcPeriod"/>
            </a:pPr>
            <a:r>
              <a:rPr lang="en-US" sz="1100" dirty="0"/>
              <a:t>What are the key challenges with IoT data?</a:t>
            </a:r>
            <a:endParaRPr sz="1100" dirty="0"/>
          </a:p>
          <a:p>
            <a:pPr marL="914400" lvl="1" indent="-298450" algn="l" rtl="0">
              <a:spcBef>
                <a:spcPts val="0"/>
              </a:spcBef>
              <a:spcAft>
                <a:spcPts val="0"/>
              </a:spcAft>
              <a:buSzPts val="1100"/>
              <a:buAutoNum type="alphaLcPeriod"/>
            </a:pPr>
            <a:r>
              <a:rPr lang="en-US" sz="1100" dirty="0"/>
              <a:t>Exercise - load sensor data and visualize</a:t>
            </a:r>
            <a:endParaRPr sz="1100" dirty="0"/>
          </a:p>
          <a:p>
            <a:pPr marL="457200" lvl="0" indent="-311150" algn="l" rtl="0">
              <a:spcBef>
                <a:spcPts val="0"/>
              </a:spcBef>
              <a:spcAft>
                <a:spcPts val="0"/>
              </a:spcAft>
              <a:buSzPts val="1300"/>
              <a:buAutoNum type="arabicPeriod"/>
            </a:pPr>
            <a:r>
              <a:rPr lang="en-US" sz="1300" dirty="0"/>
              <a:t>IoT Connectivity</a:t>
            </a:r>
            <a:endParaRPr sz="1300" dirty="0"/>
          </a:p>
          <a:p>
            <a:pPr marL="914400" lvl="1" indent="-311150" algn="l" rtl="0">
              <a:spcBef>
                <a:spcPts val="0"/>
              </a:spcBef>
              <a:spcAft>
                <a:spcPts val="0"/>
              </a:spcAft>
              <a:buSzPts val="1300"/>
              <a:buAutoNum type="alphaLcPeriod"/>
            </a:pPr>
            <a:r>
              <a:rPr lang="en-US" sz="1300" dirty="0"/>
              <a:t>Protocols</a:t>
            </a:r>
            <a:endParaRPr sz="1300" dirty="0"/>
          </a:p>
          <a:p>
            <a:pPr marL="914400" lvl="1" indent="-311150" algn="l" rtl="0">
              <a:spcBef>
                <a:spcPts val="0"/>
              </a:spcBef>
              <a:spcAft>
                <a:spcPts val="0"/>
              </a:spcAft>
              <a:buSzPts val="1300"/>
              <a:buAutoNum type="alphaLcPeriod"/>
            </a:pPr>
            <a:r>
              <a:rPr lang="en-US" sz="1300" dirty="0"/>
              <a:t>Data &amp; Analytics</a:t>
            </a:r>
            <a:endParaRPr sz="1300" dirty="0"/>
          </a:p>
          <a:p>
            <a:pPr marL="914400" lvl="1" indent="-311150" algn="l" rtl="0">
              <a:spcBef>
                <a:spcPts val="0"/>
              </a:spcBef>
              <a:spcAft>
                <a:spcPts val="0"/>
              </a:spcAft>
              <a:buSzPts val="1300"/>
              <a:buAutoNum type="alphaLcPeriod"/>
            </a:pPr>
            <a:r>
              <a:rPr lang="en-US" sz="1300" dirty="0"/>
              <a:t>MQTT</a:t>
            </a:r>
          </a:p>
          <a:p>
            <a:pPr marL="914400" lvl="1" indent="-311150" algn="l" rtl="0">
              <a:spcBef>
                <a:spcPts val="0"/>
              </a:spcBef>
              <a:spcAft>
                <a:spcPts val="0"/>
              </a:spcAft>
              <a:buSzPts val="1300"/>
              <a:buAutoNum type="alphaLcPeriod"/>
            </a:pPr>
            <a:r>
              <a:rPr lang="en-US" sz="1300" dirty="0"/>
              <a:t>Exercise on MQTT</a:t>
            </a:r>
            <a:endParaRPr sz="1300" dirty="0"/>
          </a:p>
          <a:p>
            <a:pPr marL="457200" lvl="0" indent="-311150" algn="l" rtl="0">
              <a:spcBef>
                <a:spcPts val="0"/>
              </a:spcBef>
              <a:spcAft>
                <a:spcPts val="0"/>
              </a:spcAft>
              <a:buSzPts val="1300"/>
              <a:buAutoNum type="arabicPeriod"/>
            </a:pPr>
            <a:r>
              <a:rPr lang="en-US" sz="1300" dirty="0"/>
              <a:t>Predictive maintenance</a:t>
            </a:r>
            <a:endParaRPr sz="1300" dirty="0"/>
          </a:p>
          <a:p>
            <a:pPr marL="914400" lvl="1" indent="-298450" algn="l" rtl="0">
              <a:spcBef>
                <a:spcPts val="0"/>
              </a:spcBef>
              <a:spcAft>
                <a:spcPts val="0"/>
              </a:spcAft>
              <a:buSzPts val="1100"/>
              <a:buAutoNum type="alphaLcPeriod"/>
            </a:pPr>
            <a:r>
              <a:rPr lang="en-US" sz="1100" dirty="0"/>
              <a:t>ML modelling for predictive maintenance</a:t>
            </a:r>
            <a:endParaRPr sz="1100" dirty="0"/>
          </a:p>
          <a:p>
            <a:pPr marL="914400" lvl="1" indent="-298450" algn="l" rtl="0">
              <a:spcBef>
                <a:spcPts val="0"/>
              </a:spcBef>
              <a:spcAft>
                <a:spcPts val="0"/>
              </a:spcAft>
              <a:buSzPts val="1100"/>
              <a:buAutoNum type="alphaLcPeriod"/>
            </a:pPr>
            <a:r>
              <a:rPr lang="en-US" sz="1100" dirty="0"/>
              <a:t>Evaluation metrics</a:t>
            </a:r>
            <a:endParaRPr sz="1100" dirty="0"/>
          </a:p>
          <a:p>
            <a:pPr marL="914400" lvl="1" indent="-298450" algn="l" rtl="0">
              <a:spcBef>
                <a:spcPts val="0"/>
              </a:spcBef>
              <a:spcAft>
                <a:spcPts val="0"/>
              </a:spcAft>
              <a:buSzPts val="1100"/>
              <a:buAutoNum type="alphaLcPeriod"/>
            </a:pPr>
            <a:r>
              <a:rPr lang="en-US" sz="1100" dirty="0"/>
              <a:t>Exercise - predictive maintenance modelling</a:t>
            </a:r>
            <a:endParaRPr sz="1100" dirty="0"/>
          </a:p>
          <a:p>
            <a:pPr marL="457200" lvl="0" indent="-311150" algn="l" rtl="0">
              <a:spcBef>
                <a:spcPts val="0"/>
              </a:spcBef>
              <a:spcAft>
                <a:spcPts val="0"/>
              </a:spcAft>
              <a:buSzPts val="1300"/>
              <a:buAutoNum type="arabicPeriod"/>
            </a:pPr>
            <a:r>
              <a:rPr lang="en-US" sz="1300" b="1" dirty="0">
                <a:solidFill>
                  <a:schemeClr val="tx1"/>
                </a:solidFill>
              </a:rPr>
              <a:t>Real world considerations</a:t>
            </a:r>
            <a:endParaRPr sz="1300" b="1" dirty="0">
              <a:solidFill>
                <a:schemeClr val="tx1"/>
              </a:solidFill>
            </a:endParaRPr>
          </a:p>
          <a:p>
            <a:pPr marL="914400" lvl="1" indent="-298450" algn="l" rtl="0">
              <a:spcBef>
                <a:spcPts val="0"/>
              </a:spcBef>
              <a:spcAft>
                <a:spcPts val="0"/>
              </a:spcAft>
              <a:buSzPts val="1100"/>
              <a:buAutoNum type="alphaLcPeriod"/>
            </a:pPr>
            <a:r>
              <a:rPr lang="en-US" sz="1100" b="1" dirty="0">
                <a:solidFill>
                  <a:schemeClr val="tx1"/>
                </a:solidFill>
              </a:rPr>
              <a:t>IoT infrastructure &amp; Edge computing</a:t>
            </a:r>
            <a:endParaRPr sz="1100" b="1" dirty="0">
              <a:solidFill>
                <a:schemeClr val="tx1"/>
              </a:solidFill>
            </a:endParaRPr>
          </a:p>
          <a:p>
            <a:pPr marL="0" lvl="0" indent="0" algn="l" rtl="0">
              <a:lnSpc>
                <a:spcPct val="115000"/>
              </a:lnSpc>
              <a:spcBef>
                <a:spcPts val="1200"/>
              </a:spcBef>
              <a:spcAft>
                <a:spcPts val="1600"/>
              </a:spcAft>
              <a:buSzPts val="1700"/>
              <a:buNone/>
            </a:pPr>
            <a:endParaRPr sz="1100" dirty="0"/>
          </a:p>
        </p:txBody>
      </p:sp>
      <p:sp>
        <p:nvSpPr>
          <p:cNvPr id="2" name="Footer Placeholder 5">
            <a:extLst>
              <a:ext uri="{FF2B5EF4-FFF2-40B4-BE49-F238E27FC236}">
                <a16:creationId xmlns:a16="http://schemas.microsoft.com/office/drawing/2014/main" id="{AD5F5326-7495-530C-46A8-561B09E4EEFD}"/>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EA7AB973-50BD-0C13-2BA0-99418F7A0CD2}"/>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34</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Tree>
    <p:extLst>
      <p:ext uri="{BB962C8B-B14F-4D97-AF65-F5344CB8AC3E}">
        <p14:creationId xmlns:p14="http://schemas.microsoft.com/office/powerpoint/2010/main" val="1609108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CE27708B-B627-8243-2A1B-CFA5AC52C580}"/>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710A1342-1714-EC63-2135-244BEF453636}"/>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IoT and edge computing</a:t>
            </a:r>
          </a:p>
        </p:txBody>
      </p:sp>
      <p:sp>
        <p:nvSpPr>
          <p:cNvPr id="2" name="Footer Placeholder 5">
            <a:extLst>
              <a:ext uri="{FF2B5EF4-FFF2-40B4-BE49-F238E27FC236}">
                <a16:creationId xmlns:a16="http://schemas.microsoft.com/office/drawing/2014/main" id="{64E39567-0D98-68D9-869F-201BB28D8771}"/>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1F6CF66A-57E3-BC00-DFF1-5CBC5A9D5317}"/>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35</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sp>
        <p:nvSpPr>
          <p:cNvPr id="4" name="Google Shape;415;g325ca3ea2d3_0_112">
            <a:extLst>
              <a:ext uri="{FF2B5EF4-FFF2-40B4-BE49-F238E27FC236}">
                <a16:creationId xmlns:a16="http://schemas.microsoft.com/office/drawing/2014/main" id="{080E00AA-8F01-1FC2-77F9-68F8E68BEEE1}"/>
              </a:ext>
            </a:extLst>
          </p:cNvPr>
          <p:cNvSpPr txBox="1">
            <a:spLocks noGrp="1"/>
          </p:cNvSpPr>
          <p:nvPr>
            <p:ph type="body" idx="1"/>
          </p:nvPr>
        </p:nvSpPr>
        <p:spPr>
          <a:xfrm>
            <a:off x="637234" y="2443483"/>
            <a:ext cx="4655100" cy="2563500"/>
          </a:xfrm>
          <a:prstGeom prst="rect">
            <a:avLst/>
          </a:prstGeom>
        </p:spPr>
        <p:txBody>
          <a:bodyPr spcFirstLastPara="1" wrap="square" lIns="121900" tIns="121900" rIns="121900" bIns="121900" anchor="t" anchorCtr="0">
            <a:normAutofit/>
          </a:bodyPr>
          <a:lstStyle/>
          <a:p>
            <a:pPr marL="0" lvl="0" indent="0" algn="l" rtl="0">
              <a:spcBef>
                <a:spcPts val="0"/>
              </a:spcBef>
              <a:spcAft>
                <a:spcPts val="0"/>
              </a:spcAft>
              <a:buNone/>
            </a:pPr>
            <a:r>
              <a:rPr lang="en-US" dirty="0"/>
              <a:t>IoT infrastructure refers to the hardware and software architecture that supports the deployment and management of IoT devices and sensors.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Edge computing refers to processing data closer to where it is generated (at the "edge" of the network), reducing reliance on cloud computing.</a:t>
            </a:r>
            <a:endParaRPr dirty="0"/>
          </a:p>
        </p:txBody>
      </p:sp>
      <p:pic>
        <p:nvPicPr>
          <p:cNvPr id="5" name="Google Shape;416;g325ca3ea2d3_0_112">
            <a:extLst>
              <a:ext uri="{FF2B5EF4-FFF2-40B4-BE49-F238E27FC236}">
                <a16:creationId xmlns:a16="http://schemas.microsoft.com/office/drawing/2014/main" id="{207C37DF-7A47-29EC-5E72-BCF1E62E0199}"/>
              </a:ext>
            </a:extLst>
          </p:cNvPr>
          <p:cNvPicPr preferRelativeResize="0"/>
          <p:nvPr/>
        </p:nvPicPr>
        <p:blipFill>
          <a:blip r:embed="rId3">
            <a:alphaModFix/>
          </a:blip>
          <a:stretch>
            <a:fillRect/>
          </a:stretch>
        </p:blipFill>
        <p:spPr>
          <a:xfrm>
            <a:off x="5792297" y="1917885"/>
            <a:ext cx="5936407" cy="3614697"/>
          </a:xfrm>
          <a:prstGeom prst="rect">
            <a:avLst/>
          </a:prstGeom>
          <a:noFill/>
          <a:ln>
            <a:noFill/>
          </a:ln>
        </p:spPr>
      </p:pic>
    </p:spTree>
    <p:extLst>
      <p:ext uri="{BB962C8B-B14F-4D97-AF65-F5344CB8AC3E}">
        <p14:creationId xmlns:p14="http://schemas.microsoft.com/office/powerpoint/2010/main" val="1441973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597412D5-F151-9DE5-0C70-8412A19F7CBD}"/>
            </a:ext>
          </a:extLst>
        </p:cNvPr>
        <p:cNvGrpSpPr/>
        <p:nvPr/>
      </p:nvGrpSpPr>
      <p:grpSpPr>
        <a:xfrm>
          <a:off x="0" y="0"/>
          <a:ext cx="0" cy="0"/>
          <a:chOff x="0" y="0"/>
          <a:chExt cx="0" cy="0"/>
        </a:xfrm>
      </p:grpSpPr>
      <p:sp>
        <p:nvSpPr>
          <p:cNvPr id="160" name="Google Shape;160;g324a5aa45d8_0_35">
            <a:extLst>
              <a:ext uri="{FF2B5EF4-FFF2-40B4-BE49-F238E27FC236}">
                <a16:creationId xmlns:a16="http://schemas.microsoft.com/office/drawing/2014/main" id="{52B4008D-EAED-9BD7-FF69-5AB4760C7906}"/>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Industry standard – the Purdue model</a:t>
            </a:r>
          </a:p>
        </p:txBody>
      </p:sp>
      <p:sp>
        <p:nvSpPr>
          <p:cNvPr id="2" name="Footer Placeholder 5">
            <a:extLst>
              <a:ext uri="{FF2B5EF4-FFF2-40B4-BE49-F238E27FC236}">
                <a16:creationId xmlns:a16="http://schemas.microsoft.com/office/drawing/2014/main" id="{CC575EAD-EA43-569F-1062-6FA610795267}"/>
              </a:ext>
            </a:extLst>
          </p:cNvPr>
          <p:cNvSpPr txBox="1">
            <a:spLocks/>
          </p:cNvSpPr>
          <p:nvPr/>
        </p:nvSpPr>
        <p:spPr>
          <a:xfrm>
            <a:off x="2203704" y="6311625"/>
            <a:ext cx="9144000" cy="380400"/>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lnSpc>
                <a:spcPct val="90000"/>
              </a:lnSpc>
              <a:buClrTx/>
              <a:buFontTx/>
              <a:buNone/>
              <a:defRPr/>
            </a:pPr>
            <a:r>
              <a:rPr lang="en-US" sz="800" kern="1200" dirty="0">
                <a:solidFill>
                  <a:schemeClr val="tx1"/>
                </a:solidFill>
                <a:latin typeface="Avenir Next LT Pro"/>
                <a:ea typeface="+mn-ea"/>
                <a:cs typeface="+mn-cs"/>
              </a:rPr>
              <a:t> Shabab Akhter | Ext. Lecturer | RUC</a:t>
            </a:r>
            <a:endParaRPr lang="en-GB" sz="800" kern="1200" dirty="0">
              <a:solidFill>
                <a:schemeClr val="tx1"/>
              </a:solidFill>
              <a:latin typeface="Avenir Next LT Pro"/>
              <a:ea typeface="+mn-ea"/>
              <a:cs typeface="+mn-cs"/>
            </a:endParaRPr>
          </a:p>
        </p:txBody>
      </p:sp>
      <p:sp>
        <p:nvSpPr>
          <p:cNvPr id="3" name="Slide Number Placeholder 6">
            <a:extLst>
              <a:ext uri="{FF2B5EF4-FFF2-40B4-BE49-F238E27FC236}">
                <a16:creationId xmlns:a16="http://schemas.microsoft.com/office/drawing/2014/main" id="{A3DC1998-E3F4-C143-CA3D-861A95601C73}"/>
              </a:ext>
            </a:extLst>
          </p:cNvPr>
          <p:cNvSpPr>
            <a:spLocks noGrp="1"/>
          </p:cNvSpPr>
          <p:nvPr>
            <p:ph type="sldNum" sz="quarter" idx="12"/>
          </p:nvPr>
        </p:nvSpPr>
        <p:spPr>
          <a:xfrm>
            <a:off x="11347704" y="6311625"/>
            <a:ext cx="381000" cy="380400"/>
          </a:xfrm>
        </p:spPr>
        <p:txBody>
          <a:bodyPr/>
          <a:lstStyle/>
          <a:p>
            <a:pPr marL="0" marR="0" lvl="0" indent="0" algn="r" defTabSz="914400" rtl="0" eaLnBrk="1" fontAlgn="auto" latinLnBrk="0" hangingPunct="1">
              <a:lnSpc>
                <a:spcPct val="90000"/>
              </a:lnSpc>
              <a:spcBef>
                <a:spcPts val="0"/>
              </a:spcBef>
              <a:spcAft>
                <a:spcPts val="0"/>
              </a:spcAft>
              <a:buClrTx/>
              <a:buSzTx/>
              <a:buFontTx/>
              <a:buNone/>
              <a:tabLst/>
              <a:defRPr/>
            </a:pPr>
            <a:fld id="{23AA811B-2EBD-4900-905E-5BE206449611}" type="slidenum">
              <a:rPr kumimoji="0" lang="en-GB" sz="800" b="0" i="0" u="none" strike="noStrike" kern="1200" cap="none" spc="0" normalizeH="0" baseline="0" noProof="0" smtClean="0">
                <a:ln>
                  <a:noFill/>
                </a:ln>
                <a:solidFill>
                  <a:schemeClr val="tx1"/>
                </a:solidFill>
                <a:effectLst/>
                <a:uLnTx/>
                <a:uFillTx/>
                <a:latin typeface="Avenir Next LT Pro"/>
                <a:ea typeface="+mn-ea"/>
                <a:cs typeface="+mn-cs"/>
              </a:rPr>
              <a:pPr marL="0" marR="0" lvl="0" indent="0" algn="r" defTabSz="914400" rtl="0" eaLnBrk="1" fontAlgn="auto" latinLnBrk="0" hangingPunct="1">
                <a:lnSpc>
                  <a:spcPct val="90000"/>
                </a:lnSpc>
                <a:spcBef>
                  <a:spcPts val="0"/>
                </a:spcBef>
                <a:spcAft>
                  <a:spcPts val="0"/>
                </a:spcAft>
                <a:buClrTx/>
                <a:buSzTx/>
                <a:buFontTx/>
                <a:buNone/>
                <a:tabLst/>
                <a:defRPr/>
              </a:pPr>
              <a:t>36</a:t>
            </a:fld>
            <a:endParaRPr kumimoji="0" lang="en-GB" sz="800" b="0" i="0" u="none" strike="noStrike" kern="1200" cap="none" spc="0" normalizeH="0" baseline="0" noProof="0" dirty="0">
              <a:ln>
                <a:noFill/>
              </a:ln>
              <a:solidFill>
                <a:schemeClr val="tx1"/>
              </a:solidFill>
              <a:effectLst/>
              <a:uLnTx/>
              <a:uFillTx/>
              <a:latin typeface="Avenir Next LT Pro"/>
              <a:ea typeface="+mn-ea"/>
              <a:cs typeface="+mn-cs"/>
            </a:endParaRPr>
          </a:p>
        </p:txBody>
      </p:sp>
      <p:pic>
        <p:nvPicPr>
          <p:cNvPr id="1026" name="Picture 2" descr="IT &amp; OT Security: BAS and the Purdue Model | SafeBreach">
            <a:extLst>
              <a:ext uri="{FF2B5EF4-FFF2-40B4-BE49-F238E27FC236}">
                <a16:creationId xmlns:a16="http://schemas.microsoft.com/office/drawing/2014/main" id="{D46E34DE-0A26-8478-1E9A-7D76098678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5127" y="1529913"/>
            <a:ext cx="7961745" cy="4781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641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pic>
        <p:nvPicPr>
          <p:cNvPr id="430" name="Google Shape;430;g328bd66e665_0_64"/>
          <p:cNvPicPr preferRelativeResize="0"/>
          <p:nvPr/>
        </p:nvPicPr>
        <p:blipFill rotWithShape="1">
          <a:blip r:embed="rId3">
            <a:alphaModFix/>
          </a:blip>
          <a:srcRect/>
          <a:stretch/>
        </p:blipFill>
        <p:spPr>
          <a:xfrm>
            <a:off x="3657600" y="990600"/>
            <a:ext cx="4876800" cy="4876800"/>
          </a:xfrm>
          <a:prstGeom prst="rect">
            <a:avLst/>
          </a:prstGeom>
          <a:noFill/>
          <a:ln>
            <a:noFill/>
          </a:ln>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2496</Words>
  <Application>Microsoft Office PowerPoint</Application>
  <PresentationFormat>Widescreen</PresentationFormat>
  <Paragraphs>360</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Play</vt:lpstr>
      <vt:lpstr>Lato</vt:lpstr>
      <vt:lpstr>Times New Roman</vt:lpstr>
      <vt:lpstr>Avenir Next LT Pro</vt:lpstr>
      <vt:lpstr>Raleway</vt:lpstr>
      <vt:lpstr>Arial</vt:lpstr>
      <vt:lpstr>Calibri</vt:lpstr>
      <vt:lpstr>Streamline</vt:lpstr>
      <vt:lpstr>IoT &amp; Sensor Data</vt:lpstr>
      <vt:lpstr>Contents</vt:lpstr>
      <vt:lpstr>Contents</vt:lpstr>
      <vt:lpstr>Intro to IoT</vt:lpstr>
      <vt:lpstr>IoT Computing Layers</vt:lpstr>
      <vt:lpstr>Connection Types in IoT</vt:lpstr>
      <vt:lpstr>Characteristics of IoT Data</vt:lpstr>
      <vt:lpstr>The Challenge with IoT Data</vt:lpstr>
      <vt:lpstr>Contents</vt:lpstr>
      <vt:lpstr>Connectivity is required to perform IoT Data Analytics</vt:lpstr>
      <vt:lpstr>Simplified IoT Layer Architecture</vt:lpstr>
      <vt:lpstr>Cloud Based IoT Data Analytics</vt:lpstr>
      <vt:lpstr>Typical IoT Application Protocols</vt:lpstr>
      <vt:lpstr>Examples of Messaging Technologies: MQTT</vt:lpstr>
      <vt:lpstr>Protocols Used in A Full IoT Application</vt:lpstr>
      <vt:lpstr>Exercise – use MQTT brokers</vt:lpstr>
      <vt:lpstr>Contents</vt:lpstr>
      <vt:lpstr>Predictive Maintenance</vt:lpstr>
      <vt:lpstr>Predictive maintenance is critical in manufacturing</vt:lpstr>
      <vt:lpstr>Different types of maintenance</vt:lpstr>
      <vt:lpstr>Real life sensor examples</vt:lpstr>
      <vt:lpstr>Reality is challenging</vt:lpstr>
      <vt:lpstr>We can use unsupervised methods instead</vt:lpstr>
      <vt:lpstr>Principal component analysis</vt:lpstr>
      <vt:lpstr>PCA – another example</vt:lpstr>
      <vt:lpstr>PCA in action</vt:lpstr>
      <vt:lpstr>We start with EDA &amp; visualizations (ofcourse)</vt:lpstr>
      <vt:lpstr>We start with EDA &amp; visualizations (ofcourse)</vt:lpstr>
      <vt:lpstr>We can use control charts</vt:lpstr>
      <vt:lpstr>This is where we can apply PCA</vt:lpstr>
      <vt:lpstr>This is where we can apply PCA</vt:lpstr>
      <vt:lpstr>In the end, we can create something like this</vt:lpstr>
      <vt:lpstr>Exercise – try to do the same yourself</vt:lpstr>
      <vt:lpstr>Contents</vt:lpstr>
      <vt:lpstr>IoT and edge computing</vt:lpstr>
      <vt:lpstr>Industry standard – the Purdue model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SADAF AKHTER</dc:creator>
  <cp:lastModifiedBy>Shabab Akhter</cp:lastModifiedBy>
  <cp:revision>1</cp:revision>
  <dcterms:created xsi:type="dcterms:W3CDTF">2024-12-25T13:28:03Z</dcterms:created>
  <dcterms:modified xsi:type="dcterms:W3CDTF">2025-02-09T11:20:07Z</dcterms:modified>
</cp:coreProperties>
</file>